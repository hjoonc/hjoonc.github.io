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4630400" cy="97536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3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정적·동적 테스팅 축 shaft">
            <a:extLst>
              <a:ext uri="{FF2B5EF4-FFF2-40B4-BE49-F238E27FC236}">
                <a16:creationId xmlns:a16="http://schemas.microsoft.com/office/drawing/2014/main" id="{C74E66FA-D76C-4872-BC05-9F621976CE54}"/>
              </a:ext>
            </a:extLst>
          </p:cNvPr>
          <p:cNvSpPr>
            <a:spLocks noGrp="1"/>
          </p:cNvSpPr>
          <p:nvPr/>
        </p:nvSpPr>
        <p:spPr>
          <a:xfrm rot="-5400000">
            <a:off x="4491038" y="3729038"/>
            <a:ext cx="4791075" cy="0"/>
          </a:xfrm>
          <a:prstGeom prst="line">
            <a:avLst/>
          </a:prstGeom>
          <a:noFill/>
          <a:ln w="104775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정적·동적 테스팅 축 arrowhead">
            <a:extLst>
              <a:ext uri="{FF2B5EF4-FFF2-40B4-BE49-F238E27FC236}">
                <a16:creationId xmlns:a16="http://schemas.microsoft.com/office/drawing/2014/main" id="{A69D3877-01F5-4516-8BBA-E8FF6CC1EB87}"/>
              </a:ext>
            </a:extLst>
          </p:cNvPr>
          <p:cNvSpPr>
            <a:spLocks noGrp="1"/>
          </p:cNvSpPr>
          <p:nvPr/>
        </p:nvSpPr>
        <p:spPr>
          <a:xfrm>
            <a:off x="6724650" y="1143000"/>
            <a:ext cx="323850" cy="295275"/>
          </a:xfrm>
          <a:custGeom>
            <a:avLst/>
            <a:gdLst/>
            <a:ahLst/>
            <a:cxnLst/>
            <a:rect l="0" t="0" r="0" b="0"/>
            <a:pathLst>
              <a:path w="323850" h="295275">
                <a:moveTo>
                  <a:pt x="161925" y="0"/>
                </a:moveTo>
                <a:lnTo>
                  <a:pt x="0" y="295275"/>
                </a:lnTo>
                <a:lnTo>
                  <a:pt x="323850" y="295275"/>
                </a:lnTo>
                <a:close/>
              </a:path>
            </a:pathLst>
          </a:custGeom>
          <a:solidFill>
            <a:srgbClr val="225BFF"/>
          </a:solidFill>
          <a:ln w="9525">
            <a:solidFill>
              <a:srgbClr val="225B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테스트 유형 축 shaft">
            <a:extLst>
              <a:ext uri="{FF2B5EF4-FFF2-40B4-BE49-F238E27FC236}">
                <a16:creationId xmlns:a16="http://schemas.microsoft.com/office/drawing/2014/main" id="{096C1DEF-8A1F-4AD7-8C3C-C3A7F30277F4}"/>
              </a:ext>
            </a:extLst>
          </p:cNvPr>
          <p:cNvSpPr>
            <a:spLocks noGrp="1"/>
          </p:cNvSpPr>
          <p:nvPr/>
        </p:nvSpPr>
        <p:spPr>
          <a:xfrm rot="9345636">
            <a:off x="929376" y="7403831"/>
            <a:ext cx="6231908" cy="0"/>
          </a:xfrm>
          <a:prstGeom prst="line">
            <a:avLst/>
          </a:prstGeom>
          <a:noFill/>
          <a:ln w="104775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테스트 유형 축 arrowhead">
            <a:extLst>
              <a:ext uri="{FF2B5EF4-FFF2-40B4-BE49-F238E27FC236}">
                <a16:creationId xmlns:a16="http://schemas.microsoft.com/office/drawing/2014/main" id="{C316B6EB-5A70-4126-AD39-213AC085175F}"/>
              </a:ext>
            </a:extLst>
          </p:cNvPr>
          <p:cNvSpPr>
            <a:spLocks noGrp="1"/>
          </p:cNvSpPr>
          <p:nvPr/>
        </p:nvSpPr>
        <p:spPr>
          <a:xfrm>
            <a:off x="1030379" y="8492421"/>
            <a:ext cx="335721" cy="295299"/>
          </a:xfrm>
          <a:custGeom>
            <a:avLst/>
            <a:gdLst/>
            <a:ahLst/>
            <a:cxnLst/>
            <a:rect l="0" t="0" r="0" b="0"/>
            <a:pathLst>
              <a:path w="335721" h="295299">
                <a:moveTo>
                  <a:pt x="0" y="268875"/>
                </a:moveTo>
                <a:lnTo>
                  <a:pt x="335721" y="295299"/>
                </a:lnTo>
                <a:lnTo>
                  <a:pt x="202765" y="0"/>
                </a:lnTo>
                <a:close/>
              </a:path>
            </a:pathLst>
          </a:custGeom>
          <a:solidFill>
            <a:srgbClr val="29991C"/>
          </a:solidFill>
          <a:ln w="9525">
            <a:solidFill>
              <a:srgbClr val="2999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테스트 레벨 축 shaft">
            <a:extLst>
              <a:ext uri="{FF2B5EF4-FFF2-40B4-BE49-F238E27FC236}">
                <a16:creationId xmlns:a16="http://schemas.microsoft.com/office/drawing/2014/main" id="{F9540E36-38A8-41DD-B362-7BBA7DF9BF9A}"/>
              </a:ext>
            </a:extLst>
          </p:cNvPr>
          <p:cNvSpPr>
            <a:spLocks noGrp="1"/>
          </p:cNvSpPr>
          <p:nvPr/>
        </p:nvSpPr>
        <p:spPr>
          <a:xfrm rot="1379573">
            <a:off x="6602796" y="7519839"/>
            <a:ext cx="7143905" cy="0"/>
          </a:xfrm>
          <a:prstGeom prst="line">
            <a:avLst/>
          </a:prstGeom>
          <a:noFill/>
          <a:ln w="104775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테스트 레벨 축 arrowhead">
            <a:extLst>
              <a:ext uri="{FF2B5EF4-FFF2-40B4-BE49-F238E27FC236}">
                <a16:creationId xmlns:a16="http://schemas.microsoft.com/office/drawing/2014/main" id="{90BD5793-50DB-4854-882B-42F834F1A063}"/>
              </a:ext>
            </a:extLst>
          </p:cNvPr>
          <p:cNvSpPr>
            <a:spLocks noGrp="1"/>
          </p:cNvSpPr>
          <p:nvPr/>
        </p:nvSpPr>
        <p:spPr>
          <a:xfrm>
            <a:off x="13303220" y="8725116"/>
            <a:ext cx="335067" cy="298121"/>
          </a:xfrm>
          <a:custGeom>
            <a:avLst/>
            <a:gdLst/>
            <a:ahLst/>
            <a:cxnLst/>
            <a:rect l="0" t="0" r="0" b="0"/>
            <a:pathLst>
              <a:path w="335067" h="298121">
                <a:moveTo>
                  <a:pt x="335067" y="264400"/>
                </a:moveTo>
                <a:lnTo>
                  <a:pt x="126501" y="0"/>
                </a:lnTo>
                <a:lnTo>
                  <a:pt x="0" y="298121"/>
                </a:lnTo>
                <a:close/>
              </a:path>
            </a:pathLst>
          </a:custGeom>
          <a:solidFill>
            <a:srgbClr val="803BD7"/>
          </a:solidFill>
          <a:ln w="9525">
            <a:solidFill>
              <a:srgbClr val="803BD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리뷰 연결 0">
            <a:extLst>
              <a:ext uri="{FF2B5EF4-FFF2-40B4-BE49-F238E27FC236}">
                <a16:creationId xmlns:a16="http://schemas.microsoft.com/office/drawing/2014/main" id="{02F90B24-3DF7-4B75-84A5-72C4C79845AA}"/>
              </a:ext>
            </a:extLst>
          </p:cNvPr>
          <p:cNvSpPr>
            <a:spLocks noGrp="1"/>
          </p:cNvSpPr>
          <p:nvPr/>
        </p:nvSpPr>
        <p:spPr>
          <a:xfrm>
            <a:off x="609742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리뷰 연결 1">
            <a:extLst>
              <a:ext uri="{FF2B5EF4-FFF2-40B4-BE49-F238E27FC236}">
                <a16:creationId xmlns:a16="http://schemas.microsoft.com/office/drawing/2014/main" id="{33EB774D-D75A-4EC0-9544-1B0BE2CBA7A0}"/>
              </a:ext>
            </a:extLst>
          </p:cNvPr>
          <p:cNvSpPr>
            <a:spLocks noGrp="1"/>
          </p:cNvSpPr>
          <p:nvPr/>
        </p:nvSpPr>
        <p:spPr>
          <a:xfrm>
            <a:off x="620791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리뷰 연결 2">
            <a:extLst>
              <a:ext uri="{FF2B5EF4-FFF2-40B4-BE49-F238E27FC236}">
                <a16:creationId xmlns:a16="http://schemas.microsoft.com/office/drawing/2014/main" id="{8CB37624-F320-405B-B189-0BC215A3A823}"/>
              </a:ext>
            </a:extLst>
          </p:cNvPr>
          <p:cNvSpPr>
            <a:spLocks noGrp="1"/>
          </p:cNvSpPr>
          <p:nvPr/>
        </p:nvSpPr>
        <p:spPr>
          <a:xfrm>
            <a:off x="631840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리뷰 연결 3">
            <a:extLst>
              <a:ext uri="{FF2B5EF4-FFF2-40B4-BE49-F238E27FC236}">
                <a16:creationId xmlns:a16="http://schemas.microsoft.com/office/drawing/2014/main" id="{82764D13-6D94-4458-BC98-8FC82AB3FDFD}"/>
              </a:ext>
            </a:extLst>
          </p:cNvPr>
          <p:cNvSpPr>
            <a:spLocks noGrp="1"/>
          </p:cNvSpPr>
          <p:nvPr/>
        </p:nvSpPr>
        <p:spPr>
          <a:xfrm>
            <a:off x="642889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리뷰 연결 4">
            <a:extLst>
              <a:ext uri="{FF2B5EF4-FFF2-40B4-BE49-F238E27FC236}">
                <a16:creationId xmlns:a16="http://schemas.microsoft.com/office/drawing/2014/main" id="{5AFA204E-5237-4FAE-8D3C-0D703C3A5214}"/>
              </a:ext>
            </a:extLst>
          </p:cNvPr>
          <p:cNvSpPr>
            <a:spLocks noGrp="1"/>
          </p:cNvSpPr>
          <p:nvPr/>
        </p:nvSpPr>
        <p:spPr>
          <a:xfrm>
            <a:off x="653938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리뷰 연결 5">
            <a:extLst>
              <a:ext uri="{FF2B5EF4-FFF2-40B4-BE49-F238E27FC236}">
                <a16:creationId xmlns:a16="http://schemas.microsoft.com/office/drawing/2014/main" id="{53E34E5C-9AE0-4B95-97E9-4B82ACE43FED}"/>
              </a:ext>
            </a:extLst>
          </p:cNvPr>
          <p:cNvSpPr>
            <a:spLocks noGrp="1"/>
          </p:cNvSpPr>
          <p:nvPr/>
        </p:nvSpPr>
        <p:spPr>
          <a:xfrm>
            <a:off x="664987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리뷰 연결 6">
            <a:extLst>
              <a:ext uri="{FF2B5EF4-FFF2-40B4-BE49-F238E27FC236}">
                <a16:creationId xmlns:a16="http://schemas.microsoft.com/office/drawing/2014/main" id="{D7FBDA5C-B655-4E19-969D-89C92222C98E}"/>
              </a:ext>
            </a:extLst>
          </p:cNvPr>
          <p:cNvSpPr>
            <a:spLocks noGrp="1"/>
          </p:cNvSpPr>
          <p:nvPr/>
        </p:nvSpPr>
        <p:spPr>
          <a:xfrm>
            <a:off x="676036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리뷰 연결 7">
            <a:extLst>
              <a:ext uri="{FF2B5EF4-FFF2-40B4-BE49-F238E27FC236}">
                <a16:creationId xmlns:a16="http://schemas.microsoft.com/office/drawing/2014/main" id="{69894FFD-049E-4485-9848-531AB3F139C9}"/>
              </a:ext>
            </a:extLst>
          </p:cNvPr>
          <p:cNvSpPr>
            <a:spLocks noGrp="1"/>
          </p:cNvSpPr>
          <p:nvPr/>
        </p:nvSpPr>
        <p:spPr>
          <a:xfrm>
            <a:off x="687085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리뷰 연결 8">
            <a:extLst>
              <a:ext uri="{FF2B5EF4-FFF2-40B4-BE49-F238E27FC236}">
                <a16:creationId xmlns:a16="http://schemas.microsoft.com/office/drawing/2014/main" id="{5479F07F-2251-4B2C-BBD1-630C2DB8A896}"/>
              </a:ext>
            </a:extLst>
          </p:cNvPr>
          <p:cNvSpPr>
            <a:spLocks noGrp="1"/>
          </p:cNvSpPr>
          <p:nvPr/>
        </p:nvSpPr>
        <p:spPr>
          <a:xfrm>
            <a:off x="698134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리뷰 연결 9">
            <a:extLst>
              <a:ext uri="{FF2B5EF4-FFF2-40B4-BE49-F238E27FC236}">
                <a16:creationId xmlns:a16="http://schemas.microsoft.com/office/drawing/2014/main" id="{474EC107-E2C9-4AED-BC63-8DA355DDB6A7}"/>
              </a:ext>
            </a:extLst>
          </p:cNvPr>
          <p:cNvSpPr>
            <a:spLocks noGrp="1"/>
          </p:cNvSpPr>
          <p:nvPr/>
        </p:nvSpPr>
        <p:spPr>
          <a:xfrm>
            <a:off x="709183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리뷰 연결 10">
            <a:extLst>
              <a:ext uri="{FF2B5EF4-FFF2-40B4-BE49-F238E27FC236}">
                <a16:creationId xmlns:a16="http://schemas.microsoft.com/office/drawing/2014/main" id="{2AE78BCD-58F0-4DB6-91C4-353072ED99F2}"/>
              </a:ext>
            </a:extLst>
          </p:cNvPr>
          <p:cNvSpPr>
            <a:spLocks noGrp="1"/>
          </p:cNvSpPr>
          <p:nvPr/>
        </p:nvSpPr>
        <p:spPr>
          <a:xfrm>
            <a:off x="720232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분석설계 연결 0">
            <a:extLst>
              <a:ext uri="{FF2B5EF4-FFF2-40B4-BE49-F238E27FC236}">
                <a16:creationId xmlns:a16="http://schemas.microsoft.com/office/drawing/2014/main" id="{C07F0B88-2AA9-461E-B3E4-E743F0150AC9}"/>
              </a:ext>
            </a:extLst>
          </p:cNvPr>
          <p:cNvSpPr>
            <a:spLocks noGrp="1"/>
          </p:cNvSpPr>
          <p:nvPr/>
        </p:nvSpPr>
        <p:spPr>
          <a:xfrm>
            <a:off x="609742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분석설계 연결 1">
            <a:extLst>
              <a:ext uri="{FF2B5EF4-FFF2-40B4-BE49-F238E27FC236}">
                <a16:creationId xmlns:a16="http://schemas.microsoft.com/office/drawing/2014/main" id="{22EECC40-0DA1-4E6C-ACE7-BD9D785E8E07}"/>
              </a:ext>
            </a:extLst>
          </p:cNvPr>
          <p:cNvSpPr>
            <a:spLocks noGrp="1"/>
          </p:cNvSpPr>
          <p:nvPr/>
        </p:nvSpPr>
        <p:spPr>
          <a:xfrm>
            <a:off x="620791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분석설계 연결 2">
            <a:extLst>
              <a:ext uri="{FF2B5EF4-FFF2-40B4-BE49-F238E27FC236}">
                <a16:creationId xmlns:a16="http://schemas.microsoft.com/office/drawing/2014/main" id="{E9634A8A-5287-4E92-B5AF-31FF12F4C23D}"/>
              </a:ext>
            </a:extLst>
          </p:cNvPr>
          <p:cNvSpPr>
            <a:spLocks noGrp="1"/>
          </p:cNvSpPr>
          <p:nvPr/>
        </p:nvSpPr>
        <p:spPr>
          <a:xfrm>
            <a:off x="631840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분석설계 연결 3">
            <a:extLst>
              <a:ext uri="{FF2B5EF4-FFF2-40B4-BE49-F238E27FC236}">
                <a16:creationId xmlns:a16="http://schemas.microsoft.com/office/drawing/2014/main" id="{48C1AA0F-9467-4483-A3BB-0ABFB6DD91F4}"/>
              </a:ext>
            </a:extLst>
          </p:cNvPr>
          <p:cNvSpPr>
            <a:spLocks noGrp="1"/>
          </p:cNvSpPr>
          <p:nvPr/>
        </p:nvSpPr>
        <p:spPr>
          <a:xfrm>
            <a:off x="642889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분석설계 연결 4">
            <a:extLst>
              <a:ext uri="{FF2B5EF4-FFF2-40B4-BE49-F238E27FC236}">
                <a16:creationId xmlns:a16="http://schemas.microsoft.com/office/drawing/2014/main" id="{B8F07CD6-9921-4C58-9AAB-E11F993AC547}"/>
              </a:ext>
            </a:extLst>
          </p:cNvPr>
          <p:cNvSpPr>
            <a:spLocks noGrp="1"/>
          </p:cNvSpPr>
          <p:nvPr/>
        </p:nvSpPr>
        <p:spPr>
          <a:xfrm>
            <a:off x="653938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분석설계 연결 5">
            <a:extLst>
              <a:ext uri="{FF2B5EF4-FFF2-40B4-BE49-F238E27FC236}">
                <a16:creationId xmlns:a16="http://schemas.microsoft.com/office/drawing/2014/main" id="{EC453F98-1BBD-4319-8A60-48ACE17FFEAB}"/>
              </a:ext>
            </a:extLst>
          </p:cNvPr>
          <p:cNvSpPr>
            <a:spLocks noGrp="1"/>
          </p:cNvSpPr>
          <p:nvPr/>
        </p:nvSpPr>
        <p:spPr>
          <a:xfrm>
            <a:off x="664987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분석설계 연결 6">
            <a:extLst>
              <a:ext uri="{FF2B5EF4-FFF2-40B4-BE49-F238E27FC236}">
                <a16:creationId xmlns:a16="http://schemas.microsoft.com/office/drawing/2014/main" id="{3DE658F3-517F-47DE-848E-C19277743319}"/>
              </a:ext>
            </a:extLst>
          </p:cNvPr>
          <p:cNvSpPr>
            <a:spLocks noGrp="1"/>
          </p:cNvSpPr>
          <p:nvPr/>
        </p:nvSpPr>
        <p:spPr>
          <a:xfrm>
            <a:off x="676036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분석설계 연결 7">
            <a:extLst>
              <a:ext uri="{FF2B5EF4-FFF2-40B4-BE49-F238E27FC236}">
                <a16:creationId xmlns:a16="http://schemas.microsoft.com/office/drawing/2014/main" id="{726C8770-20C3-4B50-A5A4-4B627FC3F471}"/>
              </a:ext>
            </a:extLst>
          </p:cNvPr>
          <p:cNvSpPr>
            <a:spLocks noGrp="1"/>
          </p:cNvSpPr>
          <p:nvPr/>
        </p:nvSpPr>
        <p:spPr>
          <a:xfrm>
            <a:off x="687085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분석설계 연결 8">
            <a:extLst>
              <a:ext uri="{FF2B5EF4-FFF2-40B4-BE49-F238E27FC236}">
                <a16:creationId xmlns:a16="http://schemas.microsoft.com/office/drawing/2014/main" id="{CE79B332-32A0-4DA7-9EA1-62A67F9A00DA}"/>
              </a:ext>
            </a:extLst>
          </p:cNvPr>
          <p:cNvSpPr>
            <a:spLocks noGrp="1"/>
          </p:cNvSpPr>
          <p:nvPr/>
        </p:nvSpPr>
        <p:spPr>
          <a:xfrm>
            <a:off x="698134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분석설계 연결 9">
            <a:extLst>
              <a:ext uri="{FF2B5EF4-FFF2-40B4-BE49-F238E27FC236}">
                <a16:creationId xmlns:a16="http://schemas.microsoft.com/office/drawing/2014/main" id="{F1033273-5E2A-4D5E-BCC2-F0A8BE16DF39}"/>
              </a:ext>
            </a:extLst>
          </p:cNvPr>
          <p:cNvSpPr>
            <a:spLocks noGrp="1"/>
          </p:cNvSpPr>
          <p:nvPr/>
        </p:nvSpPr>
        <p:spPr>
          <a:xfrm>
            <a:off x="709183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분석설계 연결 10">
            <a:extLst>
              <a:ext uri="{FF2B5EF4-FFF2-40B4-BE49-F238E27FC236}">
                <a16:creationId xmlns:a16="http://schemas.microsoft.com/office/drawing/2014/main" id="{CB3ADB7B-CEE2-4910-96E1-F499409FF29C}"/>
              </a:ext>
            </a:extLst>
          </p:cNvPr>
          <p:cNvSpPr>
            <a:spLocks noGrp="1"/>
          </p:cNvSpPr>
          <p:nvPr/>
        </p:nvSpPr>
        <p:spPr>
          <a:xfrm>
            <a:off x="720232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비기능 연결 0">
            <a:extLst>
              <a:ext uri="{FF2B5EF4-FFF2-40B4-BE49-F238E27FC236}">
                <a16:creationId xmlns:a16="http://schemas.microsoft.com/office/drawing/2014/main" id="{9DABBA36-3028-44C0-BD90-0F8706916FDC}"/>
              </a:ext>
            </a:extLst>
          </p:cNvPr>
          <p:cNvSpPr>
            <a:spLocks noGrp="1"/>
          </p:cNvSpPr>
          <p:nvPr/>
        </p:nvSpPr>
        <p:spPr>
          <a:xfrm>
            <a:off x="2759249" y="722607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비기능 연결 1">
            <a:extLst>
              <a:ext uri="{FF2B5EF4-FFF2-40B4-BE49-F238E27FC236}">
                <a16:creationId xmlns:a16="http://schemas.microsoft.com/office/drawing/2014/main" id="{2394FCD9-3CC4-446A-BE7D-8E29552BB9A6}"/>
              </a:ext>
            </a:extLst>
          </p:cNvPr>
          <p:cNvSpPr>
            <a:spLocks noGrp="1"/>
          </p:cNvSpPr>
          <p:nvPr/>
        </p:nvSpPr>
        <p:spPr>
          <a:xfrm>
            <a:off x="2759249" y="733356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비기능 연결 2">
            <a:extLst>
              <a:ext uri="{FF2B5EF4-FFF2-40B4-BE49-F238E27FC236}">
                <a16:creationId xmlns:a16="http://schemas.microsoft.com/office/drawing/2014/main" id="{C830E0D1-B34E-4EED-9A79-DBB84B9F33FD}"/>
              </a:ext>
            </a:extLst>
          </p:cNvPr>
          <p:cNvSpPr>
            <a:spLocks noGrp="1"/>
          </p:cNvSpPr>
          <p:nvPr/>
        </p:nvSpPr>
        <p:spPr>
          <a:xfrm>
            <a:off x="2759249" y="7441066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비기능 연결 3">
            <a:extLst>
              <a:ext uri="{FF2B5EF4-FFF2-40B4-BE49-F238E27FC236}">
                <a16:creationId xmlns:a16="http://schemas.microsoft.com/office/drawing/2014/main" id="{2DCAC090-3974-4E3B-BD21-45FD0C201002}"/>
              </a:ext>
            </a:extLst>
          </p:cNvPr>
          <p:cNvSpPr>
            <a:spLocks noGrp="1"/>
          </p:cNvSpPr>
          <p:nvPr/>
        </p:nvSpPr>
        <p:spPr>
          <a:xfrm>
            <a:off x="2759249" y="7548562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비기능 연결 4">
            <a:extLst>
              <a:ext uri="{FF2B5EF4-FFF2-40B4-BE49-F238E27FC236}">
                <a16:creationId xmlns:a16="http://schemas.microsoft.com/office/drawing/2014/main" id="{5E2D618C-202E-42FC-AC12-A5A644B53DDB}"/>
              </a:ext>
            </a:extLst>
          </p:cNvPr>
          <p:cNvSpPr>
            <a:spLocks noGrp="1"/>
          </p:cNvSpPr>
          <p:nvPr/>
        </p:nvSpPr>
        <p:spPr>
          <a:xfrm>
            <a:off x="2759249" y="765605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비기능 연결 5">
            <a:extLst>
              <a:ext uri="{FF2B5EF4-FFF2-40B4-BE49-F238E27FC236}">
                <a16:creationId xmlns:a16="http://schemas.microsoft.com/office/drawing/2014/main" id="{B4F6C46E-2C2C-40DA-8D88-6D2C16A46A67}"/>
              </a:ext>
            </a:extLst>
          </p:cNvPr>
          <p:cNvSpPr>
            <a:spLocks noGrp="1"/>
          </p:cNvSpPr>
          <p:nvPr/>
        </p:nvSpPr>
        <p:spPr>
          <a:xfrm>
            <a:off x="2759249" y="7763555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비기능 연결 6">
            <a:extLst>
              <a:ext uri="{FF2B5EF4-FFF2-40B4-BE49-F238E27FC236}">
                <a16:creationId xmlns:a16="http://schemas.microsoft.com/office/drawing/2014/main" id="{F9E388AA-9CB9-440F-9676-F3306AF3C235}"/>
              </a:ext>
            </a:extLst>
          </p:cNvPr>
          <p:cNvSpPr>
            <a:spLocks noGrp="1"/>
          </p:cNvSpPr>
          <p:nvPr/>
        </p:nvSpPr>
        <p:spPr>
          <a:xfrm>
            <a:off x="2759249" y="7871051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비기능 연결 7">
            <a:extLst>
              <a:ext uri="{FF2B5EF4-FFF2-40B4-BE49-F238E27FC236}">
                <a16:creationId xmlns:a16="http://schemas.microsoft.com/office/drawing/2014/main" id="{2649C745-A0A9-4D2E-BC27-C28D7A33B2BA}"/>
              </a:ext>
            </a:extLst>
          </p:cNvPr>
          <p:cNvSpPr>
            <a:spLocks noGrp="1"/>
          </p:cNvSpPr>
          <p:nvPr/>
        </p:nvSpPr>
        <p:spPr>
          <a:xfrm>
            <a:off x="2759249" y="797854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비기능 축 지점">
            <a:extLst>
              <a:ext uri="{FF2B5EF4-FFF2-40B4-BE49-F238E27FC236}">
                <a16:creationId xmlns:a16="http://schemas.microsoft.com/office/drawing/2014/main" id="{529F5D4B-6A76-4138-9CC4-51196315FC95}"/>
              </a:ext>
            </a:extLst>
          </p:cNvPr>
          <p:cNvSpPr>
            <a:spLocks noGrp="1"/>
          </p:cNvSpPr>
          <p:nvPr/>
        </p:nvSpPr>
        <p:spPr>
          <a:xfrm>
            <a:off x="2686383" y="7905682"/>
            <a:ext cx="180975" cy="180975"/>
          </a:xfrm>
          <a:prstGeom prst="ellipse">
            <a:avLst/>
          </a:prstGeom>
          <a:solidFill>
            <a:srgbClr val="29991C"/>
          </a:solidFill>
          <a:ln w="16193">
            <a:solidFill>
              <a:srgbClr val="1585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비기능 아이콘 원">
            <a:extLst>
              <a:ext uri="{FF2B5EF4-FFF2-40B4-BE49-F238E27FC236}">
                <a16:creationId xmlns:a16="http://schemas.microsoft.com/office/drawing/2014/main" id="{214C5434-8C86-4F04-90EF-E552016C1B24}"/>
              </a:ext>
            </a:extLst>
          </p:cNvPr>
          <p:cNvSpPr>
            <a:spLocks noGrp="1"/>
          </p:cNvSpPr>
          <p:nvPr/>
        </p:nvSpPr>
        <p:spPr>
          <a:xfrm>
            <a:off x="2453020" y="6595994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6C4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비기능 block">
            <a:extLst>
              <a:ext uri="{FF2B5EF4-FFF2-40B4-BE49-F238E27FC236}">
                <a16:creationId xmlns:a16="http://schemas.microsoft.com/office/drawing/2014/main" id="{F376BCE1-AEBA-4A39-AC05-0467B494B61F}"/>
              </a:ext>
            </a:extLst>
          </p:cNvPr>
          <p:cNvSpPr>
            <a:spLocks noGrp="1"/>
          </p:cNvSpPr>
          <p:nvPr/>
        </p:nvSpPr>
        <p:spPr>
          <a:xfrm>
            <a:off x="2262520" y="6062594"/>
            <a:ext cx="1028700" cy="419100"/>
          </a:xfrm>
          <a:prstGeom prst="roundRect">
            <a:avLst>
              <a:gd name="adj" fmla="val 29545"/>
            </a:avLst>
          </a:prstGeom>
          <a:solidFill>
            <a:srgbClr val="F1F6EB"/>
          </a:solidFill>
          <a:ln w="23813">
            <a:solidFill>
              <a:srgbClr val="8BD26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비기능 label">
            <a:extLst>
              <a:ext uri="{FF2B5EF4-FFF2-40B4-BE49-F238E27FC236}">
                <a16:creationId xmlns:a16="http://schemas.microsoft.com/office/drawing/2014/main" id="{0A273EED-85B9-45EC-9906-F6F33EDCA026}"/>
              </a:ext>
            </a:extLst>
          </p:cNvPr>
          <p:cNvSpPr>
            <a:spLocks noGrp="1"/>
          </p:cNvSpPr>
          <p:nvPr/>
        </p:nvSpPr>
        <p:spPr>
          <a:xfrm>
            <a:off x="2262520" y="6053069"/>
            <a:ext cx="1028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rPr>
              <a:t>비기능</a:t>
            </a:r>
          </a:p>
        </p:txBody>
      </p:sp>
      <p:sp>
        <p:nvSpPr>
          <p:cNvPr id="41" name="기능 연결 0">
            <a:extLst>
              <a:ext uri="{FF2B5EF4-FFF2-40B4-BE49-F238E27FC236}">
                <a16:creationId xmlns:a16="http://schemas.microsoft.com/office/drawing/2014/main" id="{7A65A2D6-6EC7-4CFC-9B00-C39626CAE827}"/>
              </a:ext>
            </a:extLst>
          </p:cNvPr>
          <p:cNvSpPr>
            <a:spLocks noGrp="1"/>
          </p:cNvSpPr>
          <p:nvPr/>
        </p:nvSpPr>
        <p:spPr>
          <a:xfrm>
            <a:off x="4597574" y="657837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기능 연결 1">
            <a:extLst>
              <a:ext uri="{FF2B5EF4-FFF2-40B4-BE49-F238E27FC236}">
                <a16:creationId xmlns:a16="http://schemas.microsoft.com/office/drawing/2014/main" id="{1EE0CFDB-5DEB-4FB6-A47B-E97E8CE7DFDF}"/>
              </a:ext>
            </a:extLst>
          </p:cNvPr>
          <p:cNvSpPr>
            <a:spLocks noGrp="1"/>
          </p:cNvSpPr>
          <p:nvPr/>
        </p:nvSpPr>
        <p:spPr>
          <a:xfrm>
            <a:off x="4597574" y="669838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기능 연결 2">
            <a:extLst>
              <a:ext uri="{FF2B5EF4-FFF2-40B4-BE49-F238E27FC236}">
                <a16:creationId xmlns:a16="http://schemas.microsoft.com/office/drawing/2014/main" id="{91E9897D-3840-4DBF-A709-CEC06B43B651}"/>
              </a:ext>
            </a:extLst>
          </p:cNvPr>
          <p:cNvSpPr>
            <a:spLocks noGrp="1"/>
          </p:cNvSpPr>
          <p:nvPr/>
        </p:nvSpPr>
        <p:spPr>
          <a:xfrm>
            <a:off x="4597574" y="681840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기능 연결 3">
            <a:extLst>
              <a:ext uri="{FF2B5EF4-FFF2-40B4-BE49-F238E27FC236}">
                <a16:creationId xmlns:a16="http://schemas.microsoft.com/office/drawing/2014/main" id="{82FD72CD-8331-418C-A7BA-BD4E782F0A88}"/>
              </a:ext>
            </a:extLst>
          </p:cNvPr>
          <p:cNvSpPr>
            <a:spLocks noGrp="1"/>
          </p:cNvSpPr>
          <p:nvPr/>
        </p:nvSpPr>
        <p:spPr>
          <a:xfrm>
            <a:off x="4597574" y="693841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기능 연결 4">
            <a:extLst>
              <a:ext uri="{FF2B5EF4-FFF2-40B4-BE49-F238E27FC236}">
                <a16:creationId xmlns:a16="http://schemas.microsoft.com/office/drawing/2014/main" id="{7E552448-5885-4210-ABC6-E7DDB4389450}"/>
              </a:ext>
            </a:extLst>
          </p:cNvPr>
          <p:cNvSpPr>
            <a:spLocks noGrp="1"/>
          </p:cNvSpPr>
          <p:nvPr/>
        </p:nvSpPr>
        <p:spPr>
          <a:xfrm>
            <a:off x="4597574" y="705843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기능 연결 5">
            <a:extLst>
              <a:ext uri="{FF2B5EF4-FFF2-40B4-BE49-F238E27FC236}">
                <a16:creationId xmlns:a16="http://schemas.microsoft.com/office/drawing/2014/main" id="{0FEA77A7-484B-47F6-9289-7C9CC13C8F38}"/>
              </a:ext>
            </a:extLst>
          </p:cNvPr>
          <p:cNvSpPr>
            <a:spLocks noGrp="1"/>
          </p:cNvSpPr>
          <p:nvPr/>
        </p:nvSpPr>
        <p:spPr>
          <a:xfrm>
            <a:off x="4597574" y="717844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기능 축 지점">
            <a:extLst>
              <a:ext uri="{FF2B5EF4-FFF2-40B4-BE49-F238E27FC236}">
                <a16:creationId xmlns:a16="http://schemas.microsoft.com/office/drawing/2014/main" id="{4388AEAA-0FCA-4972-B143-7B10FFA1E0E4}"/>
              </a:ext>
            </a:extLst>
          </p:cNvPr>
          <p:cNvSpPr>
            <a:spLocks noGrp="1"/>
          </p:cNvSpPr>
          <p:nvPr/>
        </p:nvSpPr>
        <p:spPr>
          <a:xfrm>
            <a:off x="4524708" y="7105582"/>
            <a:ext cx="180975" cy="180975"/>
          </a:xfrm>
          <a:prstGeom prst="ellipse">
            <a:avLst/>
          </a:prstGeom>
          <a:solidFill>
            <a:srgbClr val="29991C"/>
          </a:solidFill>
          <a:ln w="16193">
            <a:solidFill>
              <a:srgbClr val="1585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기능 아이콘 원">
            <a:extLst>
              <a:ext uri="{FF2B5EF4-FFF2-40B4-BE49-F238E27FC236}">
                <a16:creationId xmlns:a16="http://schemas.microsoft.com/office/drawing/2014/main" id="{2F9AFB11-1575-4048-BD58-BFB1B9EEA313}"/>
              </a:ext>
            </a:extLst>
          </p:cNvPr>
          <p:cNvSpPr>
            <a:spLocks noGrp="1"/>
          </p:cNvSpPr>
          <p:nvPr/>
        </p:nvSpPr>
        <p:spPr>
          <a:xfrm>
            <a:off x="4291345" y="5948294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6C4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기능 block">
            <a:extLst>
              <a:ext uri="{FF2B5EF4-FFF2-40B4-BE49-F238E27FC236}">
                <a16:creationId xmlns:a16="http://schemas.microsoft.com/office/drawing/2014/main" id="{ADD597E6-E46D-4EF6-8839-D224139E630B}"/>
              </a:ext>
            </a:extLst>
          </p:cNvPr>
          <p:cNvSpPr>
            <a:spLocks noGrp="1"/>
          </p:cNvSpPr>
          <p:nvPr/>
        </p:nvSpPr>
        <p:spPr>
          <a:xfrm>
            <a:off x="4186570" y="5405369"/>
            <a:ext cx="866775" cy="419100"/>
          </a:xfrm>
          <a:prstGeom prst="roundRect">
            <a:avLst>
              <a:gd name="adj" fmla="val 29545"/>
            </a:avLst>
          </a:prstGeom>
          <a:solidFill>
            <a:srgbClr val="F1F6EB"/>
          </a:solidFill>
          <a:ln w="23813">
            <a:solidFill>
              <a:srgbClr val="8BD26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기능 label">
            <a:extLst>
              <a:ext uri="{FF2B5EF4-FFF2-40B4-BE49-F238E27FC236}">
                <a16:creationId xmlns:a16="http://schemas.microsoft.com/office/drawing/2014/main" id="{618C3B74-D7A7-4E0C-A5A8-4FAA0DAA7AA3}"/>
              </a:ext>
            </a:extLst>
          </p:cNvPr>
          <p:cNvSpPr>
            <a:spLocks noGrp="1"/>
          </p:cNvSpPr>
          <p:nvPr/>
        </p:nvSpPr>
        <p:spPr>
          <a:xfrm>
            <a:off x="4186570" y="5395844"/>
            <a:ext cx="866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rPr>
              <a:t>기능</a:t>
            </a:r>
          </a:p>
        </p:txBody>
      </p:sp>
      <p:sp>
        <p:nvSpPr>
          <p:cNvPr id="51" name="단위 연결 0">
            <a:extLst>
              <a:ext uri="{FF2B5EF4-FFF2-40B4-BE49-F238E27FC236}">
                <a16:creationId xmlns:a16="http://schemas.microsoft.com/office/drawing/2014/main" id="{7A3383F2-C3F3-47D2-A00E-93C98388C068}"/>
              </a:ext>
            </a:extLst>
          </p:cNvPr>
          <p:cNvSpPr>
            <a:spLocks noGrp="1"/>
          </p:cNvSpPr>
          <p:nvPr/>
        </p:nvSpPr>
        <p:spPr>
          <a:xfrm>
            <a:off x="8097679" y="624030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단위 연결 1">
            <a:extLst>
              <a:ext uri="{FF2B5EF4-FFF2-40B4-BE49-F238E27FC236}">
                <a16:creationId xmlns:a16="http://schemas.microsoft.com/office/drawing/2014/main" id="{A56F7922-F07C-44D4-B605-7285579EB4ED}"/>
              </a:ext>
            </a:extLst>
          </p:cNvPr>
          <p:cNvSpPr>
            <a:spLocks noGrp="1"/>
          </p:cNvSpPr>
          <p:nvPr/>
        </p:nvSpPr>
        <p:spPr>
          <a:xfrm>
            <a:off x="8097679" y="6356985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단위 연결 2">
            <a:extLst>
              <a:ext uri="{FF2B5EF4-FFF2-40B4-BE49-F238E27FC236}">
                <a16:creationId xmlns:a16="http://schemas.microsoft.com/office/drawing/2014/main" id="{9F1C318A-E21F-4AEA-B7B3-FC98EBA4A247}"/>
              </a:ext>
            </a:extLst>
          </p:cNvPr>
          <p:cNvSpPr>
            <a:spLocks noGrp="1"/>
          </p:cNvSpPr>
          <p:nvPr/>
        </p:nvSpPr>
        <p:spPr>
          <a:xfrm>
            <a:off x="8097679" y="6473666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단위 연결 3">
            <a:extLst>
              <a:ext uri="{FF2B5EF4-FFF2-40B4-BE49-F238E27FC236}">
                <a16:creationId xmlns:a16="http://schemas.microsoft.com/office/drawing/2014/main" id="{321018DA-C94D-4E08-BAA7-9BE64D566328}"/>
              </a:ext>
            </a:extLst>
          </p:cNvPr>
          <p:cNvSpPr>
            <a:spLocks noGrp="1"/>
          </p:cNvSpPr>
          <p:nvPr/>
        </p:nvSpPr>
        <p:spPr>
          <a:xfrm>
            <a:off x="8097679" y="6590348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단위 연결 4">
            <a:extLst>
              <a:ext uri="{FF2B5EF4-FFF2-40B4-BE49-F238E27FC236}">
                <a16:creationId xmlns:a16="http://schemas.microsoft.com/office/drawing/2014/main" id="{F0172B1E-4A10-4CE0-836B-762EA45A5040}"/>
              </a:ext>
            </a:extLst>
          </p:cNvPr>
          <p:cNvSpPr>
            <a:spLocks noGrp="1"/>
          </p:cNvSpPr>
          <p:nvPr/>
        </p:nvSpPr>
        <p:spPr>
          <a:xfrm>
            <a:off x="8097679" y="67070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단위 축 지점">
            <a:extLst>
              <a:ext uri="{FF2B5EF4-FFF2-40B4-BE49-F238E27FC236}">
                <a16:creationId xmlns:a16="http://schemas.microsoft.com/office/drawing/2014/main" id="{E996A08E-6501-41C4-B7E0-365750DED9C0}"/>
              </a:ext>
            </a:extLst>
          </p:cNvPr>
          <p:cNvSpPr>
            <a:spLocks noGrp="1"/>
          </p:cNvSpPr>
          <p:nvPr/>
        </p:nvSpPr>
        <p:spPr>
          <a:xfrm>
            <a:off x="8024813" y="663416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단위 아이콘 원">
            <a:extLst>
              <a:ext uri="{FF2B5EF4-FFF2-40B4-BE49-F238E27FC236}">
                <a16:creationId xmlns:a16="http://schemas.microsoft.com/office/drawing/2014/main" id="{A38D3C28-5F41-4899-8486-B0C870586943}"/>
              </a:ext>
            </a:extLst>
          </p:cNvPr>
          <p:cNvSpPr>
            <a:spLocks noGrp="1"/>
          </p:cNvSpPr>
          <p:nvPr/>
        </p:nvSpPr>
        <p:spPr>
          <a:xfrm>
            <a:off x="7791450" y="56102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단위 block">
            <a:extLst>
              <a:ext uri="{FF2B5EF4-FFF2-40B4-BE49-F238E27FC236}">
                <a16:creationId xmlns:a16="http://schemas.microsoft.com/office/drawing/2014/main" id="{E3EB0884-0210-40D6-AB1F-B1D3F9C44D1C}"/>
              </a:ext>
            </a:extLst>
          </p:cNvPr>
          <p:cNvSpPr>
            <a:spLocks noGrp="1"/>
          </p:cNvSpPr>
          <p:nvPr/>
        </p:nvSpPr>
        <p:spPr>
          <a:xfrm>
            <a:off x="7677150" y="5057775"/>
            <a:ext cx="86677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단위 label">
            <a:extLst>
              <a:ext uri="{FF2B5EF4-FFF2-40B4-BE49-F238E27FC236}">
                <a16:creationId xmlns:a16="http://schemas.microsoft.com/office/drawing/2014/main" id="{9A756DEB-ABFB-4B9B-90D3-26454008E097}"/>
              </a:ext>
            </a:extLst>
          </p:cNvPr>
          <p:cNvSpPr>
            <a:spLocks noGrp="1"/>
          </p:cNvSpPr>
          <p:nvPr/>
        </p:nvSpPr>
        <p:spPr>
          <a:xfrm>
            <a:off x="7677150" y="5048250"/>
            <a:ext cx="866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단위</a:t>
            </a:r>
          </a:p>
        </p:txBody>
      </p:sp>
      <p:sp>
        <p:nvSpPr>
          <p:cNvPr id="60" name="통합 연결 0">
            <a:extLst>
              <a:ext uri="{FF2B5EF4-FFF2-40B4-BE49-F238E27FC236}">
                <a16:creationId xmlns:a16="http://schemas.microsoft.com/office/drawing/2014/main" id="{A488776C-8447-4CBC-B368-9C8A4A6BE25D}"/>
              </a:ext>
            </a:extLst>
          </p:cNvPr>
          <p:cNvSpPr>
            <a:spLocks noGrp="1"/>
          </p:cNvSpPr>
          <p:nvPr/>
        </p:nvSpPr>
        <p:spPr>
          <a:xfrm>
            <a:off x="9669304" y="656415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통합 연결 1">
            <a:extLst>
              <a:ext uri="{FF2B5EF4-FFF2-40B4-BE49-F238E27FC236}">
                <a16:creationId xmlns:a16="http://schemas.microsoft.com/office/drawing/2014/main" id="{3C0A3087-6F5A-4398-864B-0E8C45F65625}"/>
              </a:ext>
            </a:extLst>
          </p:cNvPr>
          <p:cNvSpPr>
            <a:spLocks noGrp="1"/>
          </p:cNvSpPr>
          <p:nvPr/>
        </p:nvSpPr>
        <p:spPr>
          <a:xfrm>
            <a:off x="9669304" y="6674372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통합 연결 2">
            <a:extLst>
              <a:ext uri="{FF2B5EF4-FFF2-40B4-BE49-F238E27FC236}">
                <a16:creationId xmlns:a16="http://schemas.microsoft.com/office/drawing/2014/main" id="{5FC81833-572C-4220-BED2-69D80BC5D4B1}"/>
              </a:ext>
            </a:extLst>
          </p:cNvPr>
          <p:cNvSpPr>
            <a:spLocks noGrp="1"/>
          </p:cNvSpPr>
          <p:nvPr/>
        </p:nvSpPr>
        <p:spPr>
          <a:xfrm>
            <a:off x="9669304" y="678458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통합 연결 3">
            <a:extLst>
              <a:ext uri="{FF2B5EF4-FFF2-40B4-BE49-F238E27FC236}">
                <a16:creationId xmlns:a16="http://schemas.microsoft.com/office/drawing/2014/main" id="{599F845C-CBB1-4F5A-802A-08935E67CB18}"/>
              </a:ext>
            </a:extLst>
          </p:cNvPr>
          <p:cNvSpPr>
            <a:spLocks noGrp="1"/>
          </p:cNvSpPr>
          <p:nvPr/>
        </p:nvSpPr>
        <p:spPr>
          <a:xfrm>
            <a:off x="9669304" y="6894807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통합 연결 4">
            <a:extLst>
              <a:ext uri="{FF2B5EF4-FFF2-40B4-BE49-F238E27FC236}">
                <a16:creationId xmlns:a16="http://schemas.microsoft.com/office/drawing/2014/main" id="{ACCDC0D8-81C8-4F99-9A96-B9963AA87A78}"/>
              </a:ext>
            </a:extLst>
          </p:cNvPr>
          <p:cNvSpPr>
            <a:spLocks noGrp="1"/>
          </p:cNvSpPr>
          <p:nvPr/>
        </p:nvSpPr>
        <p:spPr>
          <a:xfrm>
            <a:off x="9669304" y="7005025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통합 연결 5">
            <a:extLst>
              <a:ext uri="{FF2B5EF4-FFF2-40B4-BE49-F238E27FC236}">
                <a16:creationId xmlns:a16="http://schemas.microsoft.com/office/drawing/2014/main" id="{1E1AFECD-ABC4-45ED-ABD2-38EBBD4CE0D9}"/>
              </a:ext>
            </a:extLst>
          </p:cNvPr>
          <p:cNvSpPr>
            <a:spLocks noGrp="1"/>
          </p:cNvSpPr>
          <p:nvPr/>
        </p:nvSpPr>
        <p:spPr>
          <a:xfrm>
            <a:off x="9669304" y="7115243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통합 연결 6">
            <a:extLst>
              <a:ext uri="{FF2B5EF4-FFF2-40B4-BE49-F238E27FC236}">
                <a16:creationId xmlns:a16="http://schemas.microsoft.com/office/drawing/2014/main" id="{2A6582E5-3DA8-4671-8B56-001916E2F4D2}"/>
              </a:ext>
            </a:extLst>
          </p:cNvPr>
          <p:cNvSpPr>
            <a:spLocks noGrp="1"/>
          </p:cNvSpPr>
          <p:nvPr/>
        </p:nvSpPr>
        <p:spPr>
          <a:xfrm>
            <a:off x="9669304" y="7225461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통합 연결 7">
            <a:extLst>
              <a:ext uri="{FF2B5EF4-FFF2-40B4-BE49-F238E27FC236}">
                <a16:creationId xmlns:a16="http://schemas.microsoft.com/office/drawing/2014/main" id="{3114E175-0B43-41E0-B0B6-A88F97893AC8}"/>
              </a:ext>
            </a:extLst>
          </p:cNvPr>
          <p:cNvSpPr>
            <a:spLocks noGrp="1"/>
          </p:cNvSpPr>
          <p:nvPr/>
        </p:nvSpPr>
        <p:spPr>
          <a:xfrm>
            <a:off x="9669304" y="733567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통합 축 지점">
            <a:extLst>
              <a:ext uri="{FF2B5EF4-FFF2-40B4-BE49-F238E27FC236}">
                <a16:creationId xmlns:a16="http://schemas.microsoft.com/office/drawing/2014/main" id="{11E5CA33-6D41-4DE5-A3F8-DCC2FF3A1F6E}"/>
              </a:ext>
            </a:extLst>
          </p:cNvPr>
          <p:cNvSpPr>
            <a:spLocks noGrp="1"/>
          </p:cNvSpPr>
          <p:nvPr/>
        </p:nvSpPr>
        <p:spPr>
          <a:xfrm>
            <a:off x="9596438" y="726281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통합 아이콘 원">
            <a:extLst>
              <a:ext uri="{FF2B5EF4-FFF2-40B4-BE49-F238E27FC236}">
                <a16:creationId xmlns:a16="http://schemas.microsoft.com/office/drawing/2014/main" id="{6389E591-EF47-448B-A4F1-6CF53653EB82}"/>
              </a:ext>
            </a:extLst>
          </p:cNvPr>
          <p:cNvSpPr>
            <a:spLocks noGrp="1"/>
          </p:cNvSpPr>
          <p:nvPr/>
        </p:nvSpPr>
        <p:spPr>
          <a:xfrm>
            <a:off x="9363075" y="593407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통합 block">
            <a:extLst>
              <a:ext uri="{FF2B5EF4-FFF2-40B4-BE49-F238E27FC236}">
                <a16:creationId xmlns:a16="http://schemas.microsoft.com/office/drawing/2014/main" id="{051F0425-DEFB-4997-B118-4410DE3D4870}"/>
              </a:ext>
            </a:extLst>
          </p:cNvPr>
          <p:cNvSpPr>
            <a:spLocks noGrp="1"/>
          </p:cNvSpPr>
          <p:nvPr/>
        </p:nvSpPr>
        <p:spPr>
          <a:xfrm>
            <a:off x="9258300" y="5410200"/>
            <a:ext cx="8858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통합 label">
            <a:extLst>
              <a:ext uri="{FF2B5EF4-FFF2-40B4-BE49-F238E27FC236}">
                <a16:creationId xmlns:a16="http://schemas.microsoft.com/office/drawing/2014/main" id="{EC8B74E2-C59B-425C-8FC0-30E73A81CC50}"/>
              </a:ext>
            </a:extLst>
          </p:cNvPr>
          <p:cNvSpPr>
            <a:spLocks noGrp="1"/>
          </p:cNvSpPr>
          <p:nvPr/>
        </p:nvSpPr>
        <p:spPr>
          <a:xfrm>
            <a:off x="9258300" y="5400675"/>
            <a:ext cx="885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통합</a:t>
            </a:r>
          </a:p>
        </p:txBody>
      </p:sp>
      <p:sp>
        <p:nvSpPr>
          <p:cNvPr id="72" name="시스템 연결 0">
            <a:extLst>
              <a:ext uri="{FF2B5EF4-FFF2-40B4-BE49-F238E27FC236}">
                <a16:creationId xmlns:a16="http://schemas.microsoft.com/office/drawing/2014/main" id="{3D4BF79C-CF72-4022-9137-6E7110B51136}"/>
              </a:ext>
            </a:extLst>
          </p:cNvPr>
          <p:cNvSpPr>
            <a:spLocks noGrp="1"/>
          </p:cNvSpPr>
          <p:nvPr/>
        </p:nvSpPr>
        <p:spPr>
          <a:xfrm>
            <a:off x="11336179" y="69737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시스템 연결 1">
            <a:extLst>
              <a:ext uri="{FF2B5EF4-FFF2-40B4-BE49-F238E27FC236}">
                <a16:creationId xmlns:a16="http://schemas.microsoft.com/office/drawing/2014/main" id="{8DF9CF55-82D6-4CD6-A7F2-5E1B96A22E10}"/>
              </a:ext>
            </a:extLst>
          </p:cNvPr>
          <p:cNvSpPr>
            <a:spLocks noGrp="1"/>
          </p:cNvSpPr>
          <p:nvPr/>
        </p:nvSpPr>
        <p:spPr>
          <a:xfrm>
            <a:off x="11336179" y="70880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시스템 연결 2">
            <a:extLst>
              <a:ext uri="{FF2B5EF4-FFF2-40B4-BE49-F238E27FC236}">
                <a16:creationId xmlns:a16="http://schemas.microsoft.com/office/drawing/2014/main" id="{0DC85C01-1540-46C7-B87B-1F58BBE878EF}"/>
              </a:ext>
            </a:extLst>
          </p:cNvPr>
          <p:cNvSpPr>
            <a:spLocks noGrp="1"/>
          </p:cNvSpPr>
          <p:nvPr/>
        </p:nvSpPr>
        <p:spPr>
          <a:xfrm>
            <a:off x="11336179" y="72023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시스템 연결 3">
            <a:extLst>
              <a:ext uri="{FF2B5EF4-FFF2-40B4-BE49-F238E27FC236}">
                <a16:creationId xmlns:a16="http://schemas.microsoft.com/office/drawing/2014/main" id="{55D2780B-EB1E-4298-B414-2D8AB179F23D}"/>
              </a:ext>
            </a:extLst>
          </p:cNvPr>
          <p:cNvSpPr>
            <a:spLocks noGrp="1"/>
          </p:cNvSpPr>
          <p:nvPr/>
        </p:nvSpPr>
        <p:spPr>
          <a:xfrm>
            <a:off x="11336179" y="73166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시스템 연결 4">
            <a:extLst>
              <a:ext uri="{FF2B5EF4-FFF2-40B4-BE49-F238E27FC236}">
                <a16:creationId xmlns:a16="http://schemas.microsoft.com/office/drawing/2014/main" id="{49290044-45B1-4F50-9DC3-F77486C89EF4}"/>
              </a:ext>
            </a:extLst>
          </p:cNvPr>
          <p:cNvSpPr>
            <a:spLocks noGrp="1"/>
          </p:cNvSpPr>
          <p:nvPr/>
        </p:nvSpPr>
        <p:spPr>
          <a:xfrm>
            <a:off x="11336179" y="74309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시스템 연결 5">
            <a:extLst>
              <a:ext uri="{FF2B5EF4-FFF2-40B4-BE49-F238E27FC236}">
                <a16:creationId xmlns:a16="http://schemas.microsoft.com/office/drawing/2014/main" id="{5D18A7AB-C6C1-4FFD-A0A2-755B8942F4D3}"/>
              </a:ext>
            </a:extLst>
          </p:cNvPr>
          <p:cNvSpPr>
            <a:spLocks noGrp="1"/>
          </p:cNvSpPr>
          <p:nvPr/>
        </p:nvSpPr>
        <p:spPr>
          <a:xfrm>
            <a:off x="11336179" y="75452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시스템 연결 6">
            <a:extLst>
              <a:ext uri="{FF2B5EF4-FFF2-40B4-BE49-F238E27FC236}">
                <a16:creationId xmlns:a16="http://schemas.microsoft.com/office/drawing/2014/main" id="{C2310639-166B-4D44-B93C-6E8E46B3ABB7}"/>
              </a:ext>
            </a:extLst>
          </p:cNvPr>
          <p:cNvSpPr>
            <a:spLocks noGrp="1"/>
          </p:cNvSpPr>
          <p:nvPr/>
        </p:nvSpPr>
        <p:spPr>
          <a:xfrm>
            <a:off x="11336179" y="76595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시스템 연결 7">
            <a:extLst>
              <a:ext uri="{FF2B5EF4-FFF2-40B4-BE49-F238E27FC236}">
                <a16:creationId xmlns:a16="http://schemas.microsoft.com/office/drawing/2014/main" id="{B2AF8346-1A8B-413D-930B-C9048834B8B1}"/>
              </a:ext>
            </a:extLst>
          </p:cNvPr>
          <p:cNvSpPr>
            <a:spLocks noGrp="1"/>
          </p:cNvSpPr>
          <p:nvPr/>
        </p:nvSpPr>
        <p:spPr>
          <a:xfrm>
            <a:off x="11336179" y="77738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시스템 연결 8">
            <a:extLst>
              <a:ext uri="{FF2B5EF4-FFF2-40B4-BE49-F238E27FC236}">
                <a16:creationId xmlns:a16="http://schemas.microsoft.com/office/drawing/2014/main" id="{7AFE3E6D-252C-494F-8235-2270541A8DBA}"/>
              </a:ext>
            </a:extLst>
          </p:cNvPr>
          <p:cNvSpPr>
            <a:spLocks noGrp="1"/>
          </p:cNvSpPr>
          <p:nvPr/>
        </p:nvSpPr>
        <p:spPr>
          <a:xfrm>
            <a:off x="11336179" y="78881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시스템 연결 9">
            <a:extLst>
              <a:ext uri="{FF2B5EF4-FFF2-40B4-BE49-F238E27FC236}">
                <a16:creationId xmlns:a16="http://schemas.microsoft.com/office/drawing/2014/main" id="{02257339-56FC-48A1-B126-2544191E3285}"/>
              </a:ext>
            </a:extLst>
          </p:cNvPr>
          <p:cNvSpPr>
            <a:spLocks noGrp="1"/>
          </p:cNvSpPr>
          <p:nvPr/>
        </p:nvSpPr>
        <p:spPr>
          <a:xfrm>
            <a:off x="11336179" y="80024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시스템 축 지점">
            <a:extLst>
              <a:ext uri="{FF2B5EF4-FFF2-40B4-BE49-F238E27FC236}">
                <a16:creationId xmlns:a16="http://schemas.microsoft.com/office/drawing/2014/main" id="{26270BB9-C864-48D4-9B76-40A22FA929AD}"/>
              </a:ext>
            </a:extLst>
          </p:cNvPr>
          <p:cNvSpPr>
            <a:spLocks noGrp="1"/>
          </p:cNvSpPr>
          <p:nvPr/>
        </p:nvSpPr>
        <p:spPr>
          <a:xfrm>
            <a:off x="11263313" y="792956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시스템 아이콘 원">
            <a:extLst>
              <a:ext uri="{FF2B5EF4-FFF2-40B4-BE49-F238E27FC236}">
                <a16:creationId xmlns:a16="http://schemas.microsoft.com/office/drawing/2014/main" id="{95C34A90-81F9-40BB-A843-10B65ADB7FAB}"/>
              </a:ext>
            </a:extLst>
          </p:cNvPr>
          <p:cNvSpPr>
            <a:spLocks noGrp="1"/>
          </p:cNvSpPr>
          <p:nvPr/>
        </p:nvSpPr>
        <p:spPr>
          <a:xfrm>
            <a:off x="11029950" y="6343650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시스템 block">
            <a:extLst>
              <a:ext uri="{FF2B5EF4-FFF2-40B4-BE49-F238E27FC236}">
                <a16:creationId xmlns:a16="http://schemas.microsoft.com/office/drawing/2014/main" id="{BAFA474C-3B2D-4A50-BD22-566907F95B1F}"/>
              </a:ext>
            </a:extLst>
          </p:cNvPr>
          <p:cNvSpPr>
            <a:spLocks noGrp="1"/>
          </p:cNvSpPr>
          <p:nvPr/>
        </p:nvSpPr>
        <p:spPr>
          <a:xfrm>
            <a:off x="10848975" y="5800725"/>
            <a:ext cx="10001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시스템 label">
            <a:extLst>
              <a:ext uri="{FF2B5EF4-FFF2-40B4-BE49-F238E27FC236}">
                <a16:creationId xmlns:a16="http://schemas.microsoft.com/office/drawing/2014/main" id="{A535B924-34C7-4DE6-9729-C96B16250262}"/>
              </a:ext>
            </a:extLst>
          </p:cNvPr>
          <p:cNvSpPr>
            <a:spLocks noGrp="1"/>
          </p:cNvSpPr>
          <p:nvPr/>
        </p:nvSpPr>
        <p:spPr>
          <a:xfrm>
            <a:off x="10848975" y="5791200"/>
            <a:ext cx="1000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시스템</a:t>
            </a:r>
          </a:p>
        </p:txBody>
      </p:sp>
      <p:sp>
        <p:nvSpPr>
          <p:cNvPr id="86" name="인수 연결 0">
            <a:extLst>
              <a:ext uri="{FF2B5EF4-FFF2-40B4-BE49-F238E27FC236}">
                <a16:creationId xmlns:a16="http://schemas.microsoft.com/office/drawing/2014/main" id="{3BD4F5FB-40CE-4E0F-B90B-734BE977FFD4}"/>
              </a:ext>
            </a:extLst>
          </p:cNvPr>
          <p:cNvSpPr>
            <a:spLocks noGrp="1"/>
          </p:cNvSpPr>
          <p:nvPr/>
        </p:nvSpPr>
        <p:spPr>
          <a:xfrm>
            <a:off x="12945904" y="757380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인수 연결 1">
            <a:extLst>
              <a:ext uri="{FF2B5EF4-FFF2-40B4-BE49-F238E27FC236}">
                <a16:creationId xmlns:a16="http://schemas.microsoft.com/office/drawing/2014/main" id="{AEAE6030-359F-4671-B590-D41049696E5C}"/>
              </a:ext>
            </a:extLst>
          </p:cNvPr>
          <p:cNvSpPr>
            <a:spLocks noGrp="1"/>
          </p:cNvSpPr>
          <p:nvPr/>
        </p:nvSpPr>
        <p:spPr>
          <a:xfrm>
            <a:off x="12945904" y="768238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인수 연결 2">
            <a:extLst>
              <a:ext uri="{FF2B5EF4-FFF2-40B4-BE49-F238E27FC236}">
                <a16:creationId xmlns:a16="http://schemas.microsoft.com/office/drawing/2014/main" id="{7B3F2F99-EA68-4C2E-80C7-603A52A4FF2D}"/>
              </a:ext>
            </a:extLst>
          </p:cNvPr>
          <p:cNvSpPr>
            <a:spLocks noGrp="1"/>
          </p:cNvSpPr>
          <p:nvPr/>
        </p:nvSpPr>
        <p:spPr>
          <a:xfrm>
            <a:off x="12945904" y="779097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인수 연결 3">
            <a:extLst>
              <a:ext uri="{FF2B5EF4-FFF2-40B4-BE49-F238E27FC236}">
                <a16:creationId xmlns:a16="http://schemas.microsoft.com/office/drawing/2014/main" id="{E673D69D-A290-4743-8119-358CC83F9461}"/>
              </a:ext>
            </a:extLst>
          </p:cNvPr>
          <p:cNvSpPr>
            <a:spLocks noGrp="1"/>
          </p:cNvSpPr>
          <p:nvPr/>
        </p:nvSpPr>
        <p:spPr>
          <a:xfrm>
            <a:off x="12945904" y="789955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인수 연결 4">
            <a:extLst>
              <a:ext uri="{FF2B5EF4-FFF2-40B4-BE49-F238E27FC236}">
                <a16:creationId xmlns:a16="http://schemas.microsoft.com/office/drawing/2014/main" id="{4B0B278A-59BA-4C31-AB9C-82127AB871C6}"/>
              </a:ext>
            </a:extLst>
          </p:cNvPr>
          <p:cNvSpPr>
            <a:spLocks noGrp="1"/>
          </p:cNvSpPr>
          <p:nvPr/>
        </p:nvSpPr>
        <p:spPr>
          <a:xfrm>
            <a:off x="12945904" y="800814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인수 연결 5">
            <a:extLst>
              <a:ext uri="{FF2B5EF4-FFF2-40B4-BE49-F238E27FC236}">
                <a16:creationId xmlns:a16="http://schemas.microsoft.com/office/drawing/2014/main" id="{58606280-FC6F-43FC-83D7-AAE56F041CA4}"/>
              </a:ext>
            </a:extLst>
          </p:cNvPr>
          <p:cNvSpPr>
            <a:spLocks noGrp="1"/>
          </p:cNvSpPr>
          <p:nvPr/>
        </p:nvSpPr>
        <p:spPr>
          <a:xfrm>
            <a:off x="12945904" y="81167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인수 연결 6">
            <a:extLst>
              <a:ext uri="{FF2B5EF4-FFF2-40B4-BE49-F238E27FC236}">
                <a16:creationId xmlns:a16="http://schemas.microsoft.com/office/drawing/2014/main" id="{067B6629-CAA0-441E-BF95-13BBB0580910}"/>
              </a:ext>
            </a:extLst>
          </p:cNvPr>
          <p:cNvSpPr>
            <a:spLocks noGrp="1"/>
          </p:cNvSpPr>
          <p:nvPr/>
        </p:nvSpPr>
        <p:spPr>
          <a:xfrm>
            <a:off x="12945904" y="822531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인수 연결 7">
            <a:extLst>
              <a:ext uri="{FF2B5EF4-FFF2-40B4-BE49-F238E27FC236}">
                <a16:creationId xmlns:a16="http://schemas.microsoft.com/office/drawing/2014/main" id="{1577CA5E-8860-45EE-8970-3E2D2F8FEE98}"/>
              </a:ext>
            </a:extLst>
          </p:cNvPr>
          <p:cNvSpPr>
            <a:spLocks noGrp="1"/>
          </p:cNvSpPr>
          <p:nvPr/>
        </p:nvSpPr>
        <p:spPr>
          <a:xfrm>
            <a:off x="12945904" y="833389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인수 연결 8">
            <a:extLst>
              <a:ext uri="{FF2B5EF4-FFF2-40B4-BE49-F238E27FC236}">
                <a16:creationId xmlns:a16="http://schemas.microsoft.com/office/drawing/2014/main" id="{D36525D0-56B2-4A19-A96A-997C386DA346}"/>
              </a:ext>
            </a:extLst>
          </p:cNvPr>
          <p:cNvSpPr>
            <a:spLocks noGrp="1"/>
          </p:cNvSpPr>
          <p:nvPr/>
        </p:nvSpPr>
        <p:spPr>
          <a:xfrm>
            <a:off x="12945904" y="844248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인수 연결 9">
            <a:extLst>
              <a:ext uri="{FF2B5EF4-FFF2-40B4-BE49-F238E27FC236}">
                <a16:creationId xmlns:a16="http://schemas.microsoft.com/office/drawing/2014/main" id="{54CBEF30-3CC8-4526-B231-16745B86A25B}"/>
              </a:ext>
            </a:extLst>
          </p:cNvPr>
          <p:cNvSpPr>
            <a:spLocks noGrp="1"/>
          </p:cNvSpPr>
          <p:nvPr/>
        </p:nvSpPr>
        <p:spPr>
          <a:xfrm>
            <a:off x="12945904" y="855106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인수 연결 10">
            <a:extLst>
              <a:ext uri="{FF2B5EF4-FFF2-40B4-BE49-F238E27FC236}">
                <a16:creationId xmlns:a16="http://schemas.microsoft.com/office/drawing/2014/main" id="{763ABAAE-8392-4F87-B6F9-40F4DB2A1CBE}"/>
              </a:ext>
            </a:extLst>
          </p:cNvPr>
          <p:cNvSpPr>
            <a:spLocks noGrp="1"/>
          </p:cNvSpPr>
          <p:nvPr/>
        </p:nvSpPr>
        <p:spPr>
          <a:xfrm>
            <a:off x="12945904" y="865965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인수 축 지점">
            <a:extLst>
              <a:ext uri="{FF2B5EF4-FFF2-40B4-BE49-F238E27FC236}">
                <a16:creationId xmlns:a16="http://schemas.microsoft.com/office/drawing/2014/main" id="{6489C80C-046E-448C-A8E3-1AB254E3192A}"/>
              </a:ext>
            </a:extLst>
          </p:cNvPr>
          <p:cNvSpPr>
            <a:spLocks noGrp="1"/>
          </p:cNvSpPr>
          <p:nvPr/>
        </p:nvSpPr>
        <p:spPr>
          <a:xfrm>
            <a:off x="12873038" y="8586788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인수 아이콘 원">
            <a:extLst>
              <a:ext uri="{FF2B5EF4-FFF2-40B4-BE49-F238E27FC236}">
                <a16:creationId xmlns:a16="http://schemas.microsoft.com/office/drawing/2014/main" id="{99A6DDA0-8FE4-44AA-9EF0-361E76BF624F}"/>
              </a:ext>
            </a:extLst>
          </p:cNvPr>
          <p:cNvSpPr>
            <a:spLocks noGrp="1"/>
          </p:cNvSpPr>
          <p:nvPr/>
        </p:nvSpPr>
        <p:spPr>
          <a:xfrm>
            <a:off x="12639675" y="69437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인수 block">
            <a:extLst>
              <a:ext uri="{FF2B5EF4-FFF2-40B4-BE49-F238E27FC236}">
                <a16:creationId xmlns:a16="http://schemas.microsoft.com/office/drawing/2014/main" id="{322D7632-2EA0-4977-8770-0D498029A65C}"/>
              </a:ext>
            </a:extLst>
          </p:cNvPr>
          <p:cNvSpPr>
            <a:spLocks noGrp="1"/>
          </p:cNvSpPr>
          <p:nvPr/>
        </p:nvSpPr>
        <p:spPr>
          <a:xfrm>
            <a:off x="12525375" y="6381750"/>
            <a:ext cx="8858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인수 label">
            <a:extLst>
              <a:ext uri="{FF2B5EF4-FFF2-40B4-BE49-F238E27FC236}">
                <a16:creationId xmlns:a16="http://schemas.microsoft.com/office/drawing/2014/main" id="{33BDB57D-B7B2-4C69-AFD0-4FC63C7015DA}"/>
              </a:ext>
            </a:extLst>
          </p:cNvPr>
          <p:cNvSpPr>
            <a:spLocks noGrp="1"/>
          </p:cNvSpPr>
          <p:nvPr/>
        </p:nvSpPr>
        <p:spPr>
          <a:xfrm>
            <a:off x="12525375" y="6372225"/>
            <a:ext cx="885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인수</a:t>
            </a:r>
          </a:p>
        </p:txBody>
      </p:sp>
      <p:sp>
        <p:nvSpPr>
          <p:cNvPr id="101" name="리뷰 축 지점">
            <a:extLst>
              <a:ext uri="{FF2B5EF4-FFF2-40B4-BE49-F238E27FC236}">
                <a16:creationId xmlns:a16="http://schemas.microsoft.com/office/drawing/2014/main" id="{36688876-869D-4EF0-96D7-3632F10A5327}"/>
              </a:ext>
            </a:extLst>
          </p:cNvPr>
          <p:cNvSpPr>
            <a:spLocks noGrp="1"/>
          </p:cNvSpPr>
          <p:nvPr/>
        </p:nvSpPr>
        <p:spPr>
          <a:xfrm>
            <a:off x="6819900" y="2114550"/>
            <a:ext cx="133350" cy="133350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분석설계 축 지점">
            <a:extLst>
              <a:ext uri="{FF2B5EF4-FFF2-40B4-BE49-F238E27FC236}">
                <a16:creationId xmlns:a16="http://schemas.microsoft.com/office/drawing/2014/main" id="{E3892969-7EAB-4B2B-8B1A-F55D3308FFEA}"/>
              </a:ext>
            </a:extLst>
          </p:cNvPr>
          <p:cNvSpPr>
            <a:spLocks noGrp="1"/>
          </p:cNvSpPr>
          <p:nvPr/>
        </p:nvSpPr>
        <p:spPr>
          <a:xfrm>
            <a:off x="6819900" y="4019550"/>
            <a:ext cx="133350" cy="133350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중심 외곽">
            <a:extLst>
              <a:ext uri="{FF2B5EF4-FFF2-40B4-BE49-F238E27FC236}">
                <a16:creationId xmlns:a16="http://schemas.microsoft.com/office/drawing/2014/main" id="{C9FD46C3-6013-4697-91DF-3D9C44641F8F}"/>
              </a:ext>
            </a:extLst>
          </p:cNvPr>
          <p:cNvSpPr>
            <a:spLocks noGrp="1"/>
          </p:cNvSpPr>
          <p:nvPr/>
        </p:nvSpPr>
        <p:spPr>
          <a:xfrm>
            <a:off x="6648450" y="5876925"/>
            <a:ext cx="495300" cy="4953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9B9B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중심 내부">
            <a:extLst>
              <a:ext uri="{FF2B5EF4-FFF2-40B4-BE49-F238E27FC236}">
                <a16:creationId xmlns:a16="http://schemas.microsoft.com/office/drawing/2014/main" id="{3E77486C-425E-4D82-A72A-CD6B20E18176}"/>
              </a:ext>
            </a:extLst>
          </p:cNvPr>
          <p:cNvSpPr>
            <a:spLocks noGrp="1"/>
          </p:cNvSpPr>
          <p:nvPr/>
        </p:nvSpPr>
        <p:spPr>
          <a:xfrm>
            <a:off x="6772275" y="6000750"/>
            <a:ext cx="247650" cy="247650"/>
          </a:xfrm>
          <a:prstGeom prst="ellipse">
            <a:avLst/>
          </a:prstGeom>
          <a:solidFill>
            <a:srgbClr val="225BFF"/>
          </a:solidFill>
          <a:ln w="14288">
            <a:solidFill>
              <a:srgbClr val="0048D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제1장 프로세스">
            <a:extLst>
              <a:ext uri="{FF2B5EF4-FFF2-40B4-BE49-F238E27FC236}">
                <a16:creationId xmlns:a16="http://schemas.microsoft.com/office/drawing/2014/main" id="{AC474526-223D-419E-91C2-9ED6B857A7F7}"/>
              </a:ext>
            </a:extLst>
          </p:cNvPr>
          <p:cNvSpPr>
            <a:spLocks noGrp="1"/>
          </p:cNvSpPr>
          <p:nvPr/>
        </p:nvSpPr>
        <p:spPr>
          <a:xfrm>
            <a:off x="2238375" y="247650"/>
            <a:ext cx="1015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400">
                <a:solidFill>
                  <a:srgbClr val="080808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0808"/>
                </a:solidFill>
                <a:latin typeface="Noto Sans KR"/>
                <a:ea typeface="Noto Sans KR"/>
                <a:cs typeface="Noto Sans KR"/>
              </a:rPr>
              <a:t>1장. 테스트 프로세스 : 계획&amp;제어 - 분석&amp;설계 - 구현&amp;실행 - 종료&amp;레포팅</a:t>
            </a:r>
          </a:p>
        </p:txBody>
      </p:sp>
      <p:sp>
        <p:nvSpPr>
          <p:cNvPr id="106" name="제3장">
            <a:extLst>
              <a:ext uri="{FF2B5EF4-FFF2-40B4-BE49-F238E27FC236}">
                <a16:creationId xmlns:a16="http://schemas.microsoft.com/office/drawing/2014/main" id="{F803CD75-89C6-4FB7-B5DC-0B3C98891C9B}"/>
              </a:ext>
            </a:extLst>
          </p:cNvPr>
          <p:cNvSpPr>
            <a:spLocks noGrp="1"/>
          </p:cNvSpPr>
          <p:nvPr/>
        </p:nvSpPr>
        <p:spPr>
          <a:xfrm>
            <a:off x="7309009" y="2391071"/>
            <a:ext cx="12192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rPr>
              <a:t>3장. 리뷰</a:t>
            </a:r>
          </a:p>
        </p:txBody>
      </p:sp>
      <p:sp>
        <p:nvSpPr>
          <p:cNvPr id="107" name="정적 테스팅 block">
            <a:extLst>
              <a:ext uri="{FF2B5EF4-FFF2-40B4-BE49-F238E27FC236}">
                <a16:creationId xmlns:a16="http://schemas.microsoft.com/office/drawing/2014/main" id="{05A90DD2-D89C-419A-A501-DF1FFE801F7D}"/>
              </a:ext>
            </a:extLst>
          </p:cNvPr>
          <p:cNvSpPr>
            <a:spLocks noGrp="1"/>
          </p:cNvSpPr>
          <p:nvPr/>
        </p:nvSpPr>
        <p:spPr>
          <a:xfrm>
            <a:off x="7319963" y="1954054"/>
            <a:ext cx="1504950" cy="419100"/>
          </a:xfrm>
          <a:prstGeom prst="roundRect">
            <a:avLst>
              <a:gd name="adj" fmla="val 29545"/>
            </a:avLst>
          </a:prstGeom>
          <a:solidFill>
            <a:srgbClr val="F1F4FF"/>
          </a:solidFill>
          <a:ln w="23813">
            <a:solidFill>
              <a:srgbClr val="83A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정적 테스팅 label">
            <a:extLst>
              <a:ext uri="{FF2B5EF4-FFF2-40B4-BE49-F238E27FC236}">
                <a16:creationId xmlns:a16="http://schemas.microsoft.com/office/drawing/2014/main" id="{AA584BAE-5BAE-467A-ABA2-645E2C7C9157}"/>
              </a:ext>
            </a:extLst>
          </p:cNvPr>
          <p:cNvSpPr>
            <a:spLocks noGrp="1"/>
          </p:cNvSpPr>
          <p:nvPr/>
        </p:nvSpPr>
        <p:spPr>
          <a:xfrm>
            <a:off x="7319963" y="1944529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rPr>
              <a:t>정적 테스팅</a:t>
            </a:r>
          </a:p>
        </p:txBody>
      </p:sp>
      <p:sp>
        <p:nvSpPr>
          <p:cNvPr id="109" name="제4장">
            <a:extLst>
              <a:ext uri="{FF2B5EF4-FFF2-40B4-BE49-F238E27FC236}">
                <a16:creationId xmlns:a16="http://schemas.microsoft.com/office/drawing/2014/main" id="{A2393495-06E2-41BF-8AE7-CB180664B080}"/>
              </a:ext>
            </a:extLst>
          </p:cNvPr>
          <p:cNvSpPr>
            <a:spLocks noGrp="1"/>
          </p:cNvSpPr>
          <p:nvPr/>
        </p:nvSpPr>
        <p:spPr>
          <a:xfrm>
            <a:off x="7309009" y="4295775"/>
            <a:ext cx="18954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rPr>
              <a:t>4장. 분석&amp;설계</a:t>
            </a:r>
          </a:p>
        </p:txBody>
      </p:sp>
      <p:sp>
        <p:nvSpPr>
          <p:cNvPr id="110" name="동적 테스팅 block">
            <a:extLst>
              <a:ext uri="{FF2B5EF4-FFF2-40B4-BE49-F238E27FC236}">
                <a16:creationId xmlns:a16="http://schemas.microsoft.com/office/drawing/2014/main" id="{05CA83A1-94FD-422D-A991-6B165A8D1F24}"/>
              </a:ext>
            </a:extLst>
          </p:cNvPr>
          <p:cNvSpPr>
            <a:spLocks noGrp="1"/>
          </p:cNvSpPr>
          <p:nvPr/>
        </p:nvSpPr>
        <p:spPr>
          <a:xfrm>
            <a:off x="7309009" y="3859054"/>
            <a:ext cx="1504950" cy="419100"/>
          </a:xfrm>
          <a:prstGeom prst="roundRect">
            <a:avLst>
              <a:gd name="adj" fmla="val 29545"/>
            </a:avLst>
          </a:prstGeom>
          <a:solidFill>
            <a:srgbClr val="F1F4FF"/>
          </a:solidFill>
          <a:ln w="23813">
            <a:solidFill>
              <a:srgbClr val="83A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동적 테스팅 label">
            <a:extLst>
              <a:ext uri="{FF2B5EF4-FFF2-40B4-BE49-F238E27FC236}">
                <a16:creationId xmlns:a16="http://schemas.microsoft.com/office/drawing/2014/main" id="{803F2603-008D-488E-AC86-1B56EBA8570F}"/>
              </a:ext>
            </a:extLst>
          </p:cNvPr>
          <p:cNvSpPr>
            <a:spLocks noGrp="1"/>
          </p:cNvSpPr>
          <p:nvPr/>
        </p:nvSpPr>
        <p:spPr>
          <a:xfrm>
            <a:off x="7309009" y="3849529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rPr>
              <a:t>동적 테스팅</a:t>
            </a:r>
          </a:p>
        </p:txBody>
      </p:sp>
      <p:sp>
        <p:nvSpPr>
          <p:cNvPr id="112" name="테스트 유형 제목">
            <a:extLst>
              <a:ext uri="{FF2B5EF4-FFF2-40B4-BE49-F238E27FC236}">
                <a16:creationId xmlns:a16="http://schemas.microsoft.com/office/drawing/2014/main" id="{C9FD29F6-F1B5-45E9-B786-D616EDE5211C}"/>
              </a:ext>
            </a:extLst>
          </p:cNvPr>
          <p:cNvSpPr>
            <a:spLocks noGrp="1"/>
          </p:cNvSpPr>
          <p:nvPr/>
        </p:nvSpPr>
        <p:spPr>
          <a:xfrm rot="-1458000">
            <a:off x="3895725" y="7429500"/>
            <a:ext cx="1952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rPr>
              <a:t>2장. 테스트 유형</a:t>
            </a:r>
          </a:p>
        </p:txBody>
      </p:sp>
      <p:sp>
        <p:nvSpPr>
          <p:cNvPr id="113" name="테스트 레벨 제목">
            <a:extLst>
              <a:ext uri="{FF2B5EF4-FFF2-40B4-BE49-F238E27FC236}">
                <a16:creationId xmlns:a16="http://schemas.microsoft.com/office/drawing/2014/main" id="{BBFCB533-ED70-4778-AD45-74482F2D3155}"/>
              </a:ext>
            </a:extLst>
          </p:cNvPr>
          <p:cNvSpPr>
            <a:spLocks noGrp="1"/>
          </p:cNvSpPr>
          <p:nvPr/>
        </p:nvSpPr>
        <p:spPr>
          <a:xfrm rot="1380000">
            <a:off x="8353425" y="7591425"/>
            <a:ext cx="211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38009F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38009F"/>
                </a:solidFill>
                <a:latin typeface="Noto Sans KR"/>
                <a:ea typeface="Noto Sans KR"/>
                <a:cs typeface="Noto Sans KR"/>
              </a:rPr>
              <a:t>2장. 테스트 레벨</a:t>
            </a:r>
          </a:p>
        </p:txBody>
      </p:sp>
      <p:sp>
        <p:nvSpPr>
          <p:cNvPr id="114" name="review editable icon">
            <a:extLst>
              <a:ext uri="{FF2B5EF4-FFF2-40B4-BE49-F238E27FC236}">
                <a16:creationId xmlns:a16="http://schemas.microsoft.com/office/drawing/2014/main" id="{92A1A4BD-965A-4DAD-AE8F-51A0C5224EB9}"/>
              </a:ext>
            </a:extLst>
          </p:cNvPr>
          <p:cNvSpPr>
            <a:spLocks noGrp="1"/>
          </p:cNvSpPr>
          <p:nvPr/>
        </p:nvSpPr>
        <p:spPr>
          <a:xfrm>
            <a:off x="5238750" y="1771650"/>
            <a:ext cx="666750" cy="781050"/>
          </a:xfrm>
          <a:custGeom>
            <a:avLst/>
            <a:gdLst/>
            <a:ahLst/>
            <a:cxnLst/>
            <a:rect l="0" t="0" r="0" b="0"/>
            <a:pathLst>
              <a:path w="666750" h="781050">
                <a:moveTo>
                  <a:pt x="66675" y="123825"/>
                </a:moveTo>
                <a:lnTo>
                  <a:pt x="76200" y="123825"/>
                </a:lnTo>
                <a:lnTo>
                  <a:pt x="76200" y="114300"/>
                </a:lnTo>
                <a:lnTo>
                  <a:pt x="85725" y="114300"/>
                </a:lnTo>
                <a:lnTo>
                  <a:pt x="85725" y="104775"/>
                </a:lnTo>
                <a:lnTo>
                  <a:pt x="104775" y="104775"/>
                </a:lnTo>
                <a:lnTo>
                  <a:pt x="104775" y="95250"/>
                </a:lnTo>
                <a:lnTo>
                  <a:pt x="209550" y="95250"/>
                </a:lnTo>
                <a:lnTo>
                  <a:pt x="209550" y="85725"/>
                </a:lnTo>
                <a:lnTo>
                  <a:pt x="257175" y="85725"/>
                </a:lnTo>
                <a:lnTo>
                  <a:pt x="257175" y="47625"/>
                </a:lnTo>
                <a:lnTo>
                  <a:pt x="276225" y="47625"/>
                </a:lnTo>
                <a:lnTo>
                  <a:pt x="276225" y="38100"/>
                </a:lnTo>
                <a:lnTo>
                  <a:pt x="323850" y="38100"/>
                </a:lnTo>
                <a:lnTo>
                  <a:pt x="323850" y="47625"/>
                </a:lnTo>
                <a:lnTo>
                  <a:pt x="342900" y="47625"/>
                </a:lnTo>
                <a:lnTo>
                  <a:pt x="342900" y="76200"/>
                </a:lnTo>
                <a:lnTo>
                  <a:pt x="352425" y="76200"/>
                </a:lnTo>
                <a:lnTo>
                  <a:pt x="352425" y="85725"/>
                </a:lnTo>
                <a:lnTo>
                  <a:pt x="390525" y="85725"/>
                </a:lnTo>
                <a:lnTo>
                  <a:pt x="390525" y="95250"/>
                </a:lnTo>
                <a:lnTo>
                  <a:pt x="457200" y="95250"/>
                </a:lnTo>
                <a:lnTo>
                  <a:pt x="457200" y="104775"/>
                </a:lnTo>
                <a:lnTo>
                  <a:pt x="495300" y="104775"/>
                </a:lnTo>
                <a:lnTo>
                  <a:pt x="495300" y="114300"/>
                </a:lnTo>
                <a:lnTo>
                  <a:pt x="504825" y="114300"/>
                </a:lnTo>
                <a:lnTo>
                  <a:pt x="504825" y="123825"/>
                </a:lnTo>
                <a:lnTo>
                  <a:pt x="514350" y="123825"/>
                </a:lnTo>
                <a:lnTo>
                  <a:pt x="514350" y="361950"/>
                </a:lnTo>
                <a:lnTo>
                  <a:pt x="485775" y="361950"/>
                </a:lnTo>
                <a:lnTo>
                  <a:pt x="485775" y="133350"/>
                </a:lnTo>
                <a:lnTo>
                  <a:pt x="476250" y="133350"/>
                </a:lnTo>
                <a:lnTo>
                  <a:pt x="476250" y="123825"/>
                </a:lnTo>
                <a:lnTo>
                  <a:pt x="409575" y="123825"/>
                </a:lnTo>
                <a:lnTo>
                  <a:pt x="409575" y="133350"/>
                </a:lnTo>
                <a:lnTo>
                  <a:pt x="400050" y="133350"/>
                </a:lnTo>
                <a:lnTo>
                  <a:pt x="400050" y="171450"/>
                </a:lnTo>
                <a:lnTo>
                  <a:pt x="390525" y="171450"/>
                </a:lnTo>
                <a:lnTo>
                  <a:pt x="390525" y="180975"/>
                </a:lnTo>
                <a:lnTo>
                  <a:pt x="381000" y="180975"/>
                </a:lnTo>
                <a:lnTo>
                  <a:pt x="381000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00025" y="180975"/>
                </a:lnTo>
                <a:lnTo>
                  <a:pt x="200025" y="171450"/>
                </a:lnTo>
                <a:lnTo>
                  <a:pt x="190500" y="171450"/>
                </a:lnTo>
                <a:lnTo>
                  <a:pt x="190500" y="123825"/>
                </a:lnTo>
                <a:lnTo>
                  <a:pt x="104775" y="123825"/>
                </a:lnTo>
                <a:lnTo>
                  <a:pt x="104775" y="133350"/>
                </a:lnTo>
                <a:lnTo>
                  <a:pt x="95250" y="133350"/>
                </a:lnTo>
                <a:lnTo>
                  <a:pt x="95250" y="695325"/>
                </a:lnTo>
                <a:lnTo>
                  <a:pt x="466725" y="695325"/>
                </a:lnTo>
                <a:lnTo>
                  <a:pt x="466725" y="685800"/>
                </a:lnTo>
                <a:lnTo>
                  <a:pt x="476250" y="685800"/>
                </a:lnTo>
                <a:lnTo>
                  <a:pt x="476250" y="676275"/>
                </a:lnTo>
                <a:lnTo>
                  <a:pt x="495300" y="676275"/>
                </a:lnTo>
                <a:lnTo>
                  <a:pt x="495300" y="685800"/>
                </a:lnTo>
                <a:lnTo>
                  <a:pt x="504825" y="685800"/>
                </a:lnTo>
                <a:lnTo>
                  <a:pt x="504825" y="695325"/>
                </a:lnTo>
                <a:lnTo>
                  <a:pt x="495300" y="695325"/>
                </a:lnTo>
                <a:lnTo>
                  <a:pt x="495300" y="704850"/>
                </a:lnTo>
                <a:lnTo>
                  <a:pt x="485775" y="704850"/>
                </a:lnTo>
                <a:lnTo>
                  <a:pt x="485775" y="714375"/>
                </a:lnTo>
                <a:lnTo>
                  <a:pt x="466725" y="714375"/>
                </a:lnTo>
                <a:lnTo>
                  <a:pt x="466725" y="723900"/>
                </a:lnTo>
                <a:lnTo>
                  <a:pt x="95250" y="723900"/>
                </a:lnTo>
                <a:lnTo>
                  <a:pt x="95250" y="714375"/>
                </a:lnTo>
                <a:lnTo>
                  <a:pt x="76200" y="714375"/>
                </a:lnTo>
                <a:lnTo>
                  <a:pt x="76200" y="704850"/>
                </a:lnTo>
                <a:lnTo>
                  <a:pt x="66675" y="704850"/>
                </a:lnTo>
                <a:close/>
                <a:moveTo>
                  <a:pt x="352425" y="542925"/>
                </a:moveTo>
                <a:lnTo>
                  <a:pt x="361950" y="542925"/>
                </a:lnTo>
                <a:lnTo>
                  <a:pt x="361950" y="571500"/>
                </a:lnTo>
                <a:lnTo>
                  <a:pt x="371475" y="571500"/>
                </a:lnTo>
                <a:lnTo>
                  <a:pt x="371475" y="581025"/>
                </a:lnTo>
                <a:lnTo>
                  <a:pt x="381000" y="581025"/>
                </a:lnTo>
                <a:lnTo>
                  <a:pt x="381000" y="590550"/>
                </a:lnTo>
                <a:lnTo>
                  <a:pt x="390525" y="590550"/>
                </a:lnTo>
                <a:lnTo>
                  <a:pt x="390525" y="600075"/>
                </a:lnTo>
                <a:lnTo>
                  <a:pt x="409575" y="600075"/>
                </a:lnTo>
                <a:lnTo>
                  <a:pt x="409575" y="609600"/>
                </a:lnTo>
                <a:lnTo>
                  <a:pt x="438150" y="609600"/>
                </a:lnTo>
                <a:lnTo>
                  <a:pt x="438150" y="619125"/>
                </a:lnTo>
                <a:lnTo>
                  <a:pt x="476250" y="619125"/>
                </a:lnTo>
                <a:lnTo>
                  <a:pt x="476250" y="609600"/>
                </a:lnTo>
                <a:lnTo>
                  <a:pt x="495300" y="609600"/>
                </a:lnTo>
                <a:lnTo>
                  <a:pt x="495300" y="600075"/>
                </a:lnTo>
                <a:lnTo>
                  <a:pt x="514350" y="600075"/>
                </a:lnTo>
                <a:lnTo>
                  <a:pt x="514350" y="590550"/>
                </a:lnTo>
                <a:lnTo>
                  <a:pt x="523875" y="590550"/>
                </a:lnTo>
                <a:lnTo>
                  <a:pt x="523875" y="581025"/>
                </a:lnTo>
                <a:lnTo>
                  <a:pt x="533400" y="581025"/>
                </a:lnTo>
                <a:lnTo>
                  <a:pt x="533400" y="571500"/>
                </a:lnTo>
                <a:lnTo>
                  <a:pt x="542925" y="571500"/>
                </a:lnTo>
                <a:lnTo>
                  <a:pt x="542925" y="552450"/>
                </a:lnTo>
                <a:lnTo>
                  <a:pt x="552450" y="552450"/>
                </a:lnTo>
                <a:lnTo>
                  <a:pt x="552450" y="476250"/>
                </a:lnTo>
                <a:lnTo>
                  <a:pt x="542925" y="476250"/>
                </a:lnTo>
                <a:lnTo>
                  <a:pt x="542925" y="457200"/>
                </a:lnTo>
                <a:lnTo>
                  <a:pt x="533400" y="457200"/>
                </a:lnTo>
                <a:lnTo>
                  <a:pt x="533400" y="447675"/>
                </a:lnTo>
                <a:lnTo>
                  <a:pt x="523875" y="447675"/>
                </a:lnTo>
                <a:lnTo>
                  <a:pt x="523875" y="438150"/>
                </a:lnTo>
                <a:lnTo>
                  <a:pt x="514350" y="438150"/>
                </a:lnTo>
                <a:lnTo>
                  <a:pt x="514350" y="428625"/>
                </a:lnTo>
                <a:lnTo>
                  <a:pt x="504825" y="428625"/>
                </a:lnTo>
                <a:lnTo>
                  <a:pt x="504825" y="419100"/>
                </a:lnTo>
                <a:lnTo>
                  <a:pt x="485775" y="419100"/>
                </a:lnTo>
                <a:lnTo>
                  <a:pt x="485775" y="409575"/>
                </a:lnTo>
                <a:lnTo>
                  <a:pt x="419100" y="409575"/>
                </a:lnTo>
                <a:lnTo>
                  <a:pt x="419100" y="419100"/>
                </a:lnTo>
                <a:lnTo>
                  <a:pt x="400050" y="419100"/>
                </a:lnTo>
                <a:lnTo>
                  <a:pt x="400050" y="428625"/>
                </a:lnTo>
                <a:lnTo>
                  <a:pt x="381000" y="428625"/>
                </a:lnTo>
                <a:lnTo>
                  <a:pt x="381000" y="447675"/>
                </a:lnTo>
                <a:lnTo>
                  <a:pt x="371475" y="447675"/>
                </a:lnTo>
                <a:lnTo>
                  <a:pt x="371475" y="457200"/>
                </a:lnTo>
                <a:lnTo>
                  <a:pt x="361950" y="457200"/>
                </a:lnTo>
                <a:lnTo>
                  <a:pt x="361950" y="476250"/>
                </a:lnTo>
                <a:lnTo>
                  <a:pt x="352425" y="476250"/>
                </a:lnTo>
                <a:close/>
                <a:moveTo>
                  <a:pt x="180975" y="333375"/>
                </a:moveTo>
                <a:lnTo>
                  <a:pt x="180975" y="342900"/>
                </a:lnTo>
                <a:lnTo>
                  <a:pt x="161925" y="342900"/>
                </a:lnTo>
                <a:lnTo>
                  <a:pt x="161925" y="333375"/>
                </a:lnTo>
                <a:lnTo>
                  <a:pt x="152400" y="333375"/>
                </a:lnTo>
                <a:lnTo>
                  <a:pt x="152400" y="323850"/>
                </a:lnTo>
                <a:lnTo>
                  <a:pt x="142875" y="323850"/>
                </a:lnTo>
                <a:lnTo>
                  <a:pt x="142875" y="314325"/>
                </a:lnTo>
                <a:lnTo>
                  <a:pt x="133350" y="314325"/>
                </a:lnTo>
                <a:lnTo>
                  <a:pt x="133350" y="304800"/>
                </a:lnTo>
                <a:lnTo>
                  <a:pt x="142875" y="304800"/>
                </a:lnTo>
                <a:lnTo>
                  <a:pt x="142875" y="295275"/>
                </a:lnTo>
                <a:lnTo>
                  <a:pt x="161925" y="295275"/>
                </a:lnTo>
                <a:lnTo>
                  <a:pt x="161925" y="304800"/>
                </a:lnTo>
                <a:lnTo>
                  <a:pt x="180975" y="304800"/>
                </a:lnTo>
                <a:lnTo>
                  <a:pt x="180975" y="295275"/>
                </a:lnTo>
                <a:lnTo>
                  <a:pt x="190500" y="295275"/>
                </a:lnTo>
                <a:lnTo>
                  <a:pt x="190500" y="285750"/>
                </a:lnTo>
                <a:lnTo>
                  <a:pt x="200025" y="285750"/>
                </a:lnTo>
                <a:lnTo>
                  <a:pt x="200025" y="276225"/>
                </a:lnTo>
                <a:lnTo>
                  <a:pt x="209550" y="276225"/>
                </a:lnTo>
                <a:lnTo>
                  <a:pt x="209550" y="266700"/>
                </a:lnTo>
                <a:lnTo>
                  <a:pt x="238125" y="266700"/>
                </a:lnTo>
                <a:lnTo>
                  <a:pt x="238125" y="285750"/>
                </a:lnTo>
                <a:lnTo>
                  <a:pt x="228600" y="285750"/>
                </a:lnTo>
                <a:lnTo>
                  <a:pt x="228600" y="295275"/>
                </a:lnTo>
                <a:lnTo>
                  <a:pt x="219075" y="295275"/>
                </a:lnTo>
                <a:lnTo>
                  <a:pt x="219075" y="304800"/>
                </a:lnTo>
                <a:lnTo>
                  <a:pt x="209550" y="304800"/>
                </a:lnTo>
                <a:lnTo>
                  <a:pt x="209550" y="314325"/>
                </a:lnTo>
                <a:lnTo>
                  <a:pt x="200025" y="314325"/>
                </a:lnTo>
                <a:lnTo>
                  <a:pt x="200025" y="323850"/>
                </a:lnTo>
                <a:lnTo>
                  <a:pt x="190500" y="323850"/>
                </a:lnTo>
                <a:lnTo>
                  <a:pt x="190500" y="333375"/>
                </a:lnTo>
                <a:close/>
                <a:moveTo>
                  <a:pt x="381000" y="476250"/>
                </a:moveTo>
                <a:lnTo>
                  <a:pt x="390525" y="476250"/>
                </a:lnTo>
                <a:lnTo>
                  <a:pt x="390525" y="466725"/>
                </a:lnTo>
                <a:lnTo>
                  <a:pt x="400050" y="466725"/>
                </a:lnTo>
                <a:lnTo>
                  <a:pt x="400050" y="457200"/>
                </a:lnTo>
                <a:lnTo>
                  <a:pt x="409575" y="457200"/>
                </a:lnTo>
                <a:lnTo>
                  <a:pt x="409575" y="447675"/>
                </a:lnTo>
                <a:lnTo>
                  <a:pt x="419100" y="447675"/>
                </a:lnTo>
                <a:lnTo>
                  <a:pt x="419100" y="438150"/>
                </a:lnTo>
                <a:lnTo>
                  <a:pt x="428625" y="438150"/>
                </a:lnTo>
                <a:lnTo>
                  <a:pt x="428625" y="428625"/>
                </a:lnTo>
                <a:lnTo>
                  <a:pt x="447675" y="428625"/>
                </a:lnTo>
                <a:lnTo>
                  <a:pt x="447675" y="438150"/>
                </a:lnTo>
                <a:lnTo>
                  <a:pt x="457200" y="438150"/>
                </a:lnTo>
                <a:lnTo>
                  <a:pt x="457200" y="447675"/>
                </a:lnTo>
                <a:lnTo>
                  <a:pt x="447675" y="447675"/>
                </a:lnTo>
                <a:lnTo>
                  <a:pt x="447675" y="457200"/>
                </a:lnTo>
                <a:lnTo>
                  <a:pt x="438150" y="457200"/>
                </a:lnTo>
                <a:lnTo>
                  <a:pt x="438150" y="466725"/>
                </a:lnTo>
                <a:lnTo>
                  <a:pt x="428625" y="466725"/>
                </a:lnTo>
                <a:lnTo>
                  <a:pt x="428625" y="476250"/>
                </a:lnTo>
                <a:lnTo>
                  <a:pt x="419100" y="476250"/>
                </a:lnTo>
                <a:lnTo>
                  <a:pt x="419100" y="485775"/>
                </a:lnTo>
                <a:lnTo>
                  <a:pt x="409575" y="485775"/>
                </a:lnTo>
                <a:lnTo>
                  <a:pt x="409575" y="495300"/>
                </a:lnTo>
                <a:lnTo>
                  <a:pt x="400050" y="495300"/>
                </a:lnTo>
                <a:lnTo>
                  <a:pt x="400050" y="504825"/>
                </a:lnTo>
                <a:lnTo>
                  <a:pt x="381000" y="504825"/>
                </a:lnTo>
                <a:lnTo>
                  <a:pt x="381000" y="495300"/>
                </a:lnTo>
                <a:lnTo>
                  <a:pt x="371475" y="495300"/>
                </a:lnTo>
                <a:lnTo>
                  <a:pt x="371475" y="485775"/>
                </a:lnTo>
                <a:lnTo>
                  <a:pt x="381000" y="485775"/>
                </a:lnTo>
                <a:close/>
                <a:moveTo>
                  <a:pt x="209550" y="438150"/>
                </a:moveTo>
                <a:lnTo>
                  <a:pt x="209550" y="447675"/>
                </a:lnTo>
                <a:lnTo>
                  <a:pt x="200025" y="447675"/>
                </a:lnTo>
                <a:lnTo>
                  <a:pt x="200025" y="457200"/>
                </a:lnTo>
                <a:lnTo>
                  <a:pt x="190500" y="457200"/>
                </a:lnTo>
                <a:lnTo>
                  <a:pt x="190500" y="466725"/>
                </a:lnTo>
                <a:lnTo>
                  <a:pt x="180975" y="466725"/>
                </a:lnTo>
                <a:lnTo>
                  <a:pt x="180975" y="476250"/>
                </a:lnTo>
                <a:lnTo>
                  <a:pt x="171450" y="476250"/>
                </a:lnTo>
                <a:lnTo>
                  <a:pt x="171450" y="466725"/>
                </a:lnTo>
                <a:lnTo>
                  <a:pt x="152400" y="466725"/>
                </a:lnTo>
                <a:lnTo>
                  <a:pt x="152400" y="457200"/>
                </a:lnTo>
                <a:lnTo>
                  <a:pt x="142875" y="457200"/>
                </a:lnTo>
                <a:lnTo>
                  <a:pt x="142875" y="447675"/>
                </a:lnTo>
                <a:lnTo>
                  <a:pt x="133350" y="447675"/>
                </a:lnTo>
                <a:lnTo>
                  <a:pt x="133350" y="428625"/>
                </a:lnTo>
                <a:lnTo>
                  <a:pt x="161925" y="428625"/>
                </a:lnTo>
                <a:lnTo>
                  <a:pt x="161925" y="438150"/>
                </a:lnTo>
                <a:lnTo>
                  <a:pt x="180975" y="438150"/>
                </a:lnTo>
                <a:lnTo>
                  <a:pt x="180975" y="428625"/>
                </a:lnTo>
                <a:lnTo>
                  <a:pt x="190500" y="428625"/>
                </a:lnTo>
                <a:lnTo>
                  <a:pt x="190500" y="419100"/>
                </a:lnTo>
                <a:lnTo>
                  <a:pt x="200025" y="419100"/>
                </a:lnTo>
                <a:lnTo>
                  <a:pt x="200025" y="409575"/>
                </a:lnTo>
                <a:lnTo>
                  <a:pt x="209550" y="409575"/>
                </a:lnTo>
                <a:lnTo>
                  <a:pt x="209550" y="400050"/>
                </a:lnTo>
                <a:lnTo>
                  <a:pt x="219075" y="400050"/>
                </a:lnTo>
                <a:lnTo>
                  <a:pt x="219075" y="390525"/>
                </a:lnTo>
                <a:lnTo>
                  <a:pt x="238125" y="390525"/>
                </a:lnTo>
                <a:lnTo>
                  <a:pt x="238125" y="419100"/>
                </a:lnTo>
                <a:lnTo>
                  <a:pt x="228600" y="419100"/>
                </a:lnTo>
                <a:lnTo>
                  <a:pt x="228600" y="428625"/>
                </a:lnTo>
                <a:lnTo>
                  <a:pt x="219075" y="428625"/>
                </a:lnTo>
                <a:lnTo>
                  <a:pt x="219075" y="438150"/>
                </a:lnTo>
                <a:close/>
                <a:moveTo>
                  <a:pt x="266700" y="571500"/>
                </a:moveTo>
                <a:lnTo>
                  <a:pt x="266700" y="561975"/>
                </a:lnTo>
                <a:lnTo>
                  <a:pt x="257175" y="561975"/>
                </a:lnTo>
                <a:lnTo>
                  <a:pt x="257175" y="552450"/>
                </a:lnTo>
                <a:lnTo>
                  <a:pt x="266700" y="552450"/>
                </a:lnTo>
                <a:lnTo>
                  <a:pt x="266700" y="542925"/>
                </a:lnTo>
                <a:lnTo>
                  <a:pt x="285750" y="542925"/>
                </a:lnTo>
                <a:lnTo>
                  <a:pt x="285750" y="552450"/>
                </a:lnTo>
                <a:lnTo>
                  <a:pt x="295275" y="552450"/>
                </a:lnTo>
                <a:lnTo>
                  <a:pt x="295275" y="571500"/>
                </a:lnTo>
                <a:close/>
                <a:moveTo>
                  <a:pt x="266700" y="323850"/>
                </a:moveTo>
                <a:lnTo>
                  <a:pt x="266700" y="295275"/>
                </a:lnTo>
                <a:lnTo>
                  <a:pt x="419100" y="295275"/>
                </a:lnTo>
                <a:lnTo>
                  <a:pt x="419100" y="314325"/>
                </a:lnTo>
                <a:lnTo>
                  <a:pt x="409575" y="314325"/>
                </a:lnTo>
                <a:lnTo>
                  <a:pt x="409575" y="323850"/>
                </a:lnTo>
                <a:close/>
                <a:moveTo>
                  <a:pt x="371475" y="161925"/>
                </a:moveTo>
                <a:lnTo>
                  <a:pt x="371475" y="114300"/>
                </a:lnTo>
                <a:lnTo>
                  <a:pt x="323850" y="114300"/>
                </a:lnTo>
                <a:lnTo>
                  <a:pt x="323850" y="76200"/>
                </a:lnTo>
                <a:lnTo>
                  <a:pt x="314325" y="76200"/>
                </a:lnTo>
                <a:lnTo>
                  <a:pt x="314325" y="66675"/>
                </a:lnTo>
                <a:lnTo>
                  <a:pt x="285750" y="66675"/>
                </a:lnTo>
                <a:lnTo>
                  <a:pt x="285750" y="76200"/>
                </a:lnTo>
                <a:lnTo>
                  <a:pt x="276225" y="76200"/>
                </a:lnTo>
                <a:lnTo>
                  <a:pt x="276225" y="114300"/>
                </a:lnTo>
                <a:lnTo>
                  <a:pt x="219075" y="114300"/>
                </a:lnTo>
                <a:lnTo>
                  <a:pt x="219075" y="161925"/>
                </a:lnTo>
                <a:close/>
                <a:moveTo>
                  <a:pt x="523875" y="409575"/>
                </a:moveTo>
                <a:lnTo>
                  <a:pt x="542925" y="409575"/>
                </a:lnTo>
                <a:lnTo>
                  <a:pt x="542925" y="419100"/>
                </a:lnTo>
                <a:lnTo>
                  <a:pt x="552450" y="419100"/>
                </a:lnTo>
                <a:lnTo>
                  <a:pt x="552450" y="438150"/>
                </a:lnTo>
                <a:lnTo>
                  <a:pt x="561975" y="438150"/>
                </a:lnTo>
                <a:lnTo>
                  <a:pt x="561975" y="447675"/>
                </a:lnTo>
                <a:lnTo>
                  <a:pt x="571500" y="447675"/>
                </a:lnTo>
                <a:lnTo>
                  <a:pt x="571500" y="476250"/>
                </a:lnTo>
                <a:lnTo>
                  <a:pt x="581025" y="476250"/>
                </a:lnTo>
                <a:lnTo>
                  <a:pt x="581025" y="552450"/>
                </a:lnTo>
                <a:lnTo>
                  <a:pt x="571500" y="552450"/>
                </a:lnTo>
                <a:lnTo>
                  <a:pt x="571500" y="571500"/>
                </a:lnTo>
                <a:lnTo>
                  <a:pt x="561975" y="571500"/>
                </a:lnTo>
                <a:lnTo>
                  <a:pt x="561975" y="590550"/>
                </a:lnTo>
                <a:lnTo>
                  <a:pt x="552450" y="590550"/>
                </a:lnTo>
                <a:lnTo>
                  <a:pt x="552450" y="609600"/>
                </a:lnTo>
                <a:lnTo>
                  <a:pt x="561975" y="609600"/>
                </a:lnTo>
                <a:lnTo>
                  <a:pt x="561975" y="619125"/>
                </a:lnTo>
                <a:lnTo>
                  <a:pt x="571500" y="619125"/>
                </a:lnTo>
                <a:lnTo>
                  <a:pt x="571500" y="628650"/>
                </a:lnTo>
                <a:lnTo>
                  <a:pt x="581025" y="628650"/>
                </a:lnTo>
                <a:lnTo>
                  <a:pt x="581025" y="638175"/>
                </a:lnTo>
                <a:lnTo>
                  <a:pt x="590550" y="638175"/>
                </a:lnTo>
                <a:lnTo>
                  <a:pt x="590550" y="647700"/>
                </a:lnTo>
                <a:lnTo>
                  <a:pt x="600075" y="647700"/>
                </a:lnTo>
                <a:lnTo>
                  <a:pt x="600075" y="657225"/>
                </a:lnTo>
                <a:lnTo>
                  <a:pt x="609600" y="657225"/>
                </a:lnTo>
                <a:lnTo>
                  <a:pt x="609600" y="666750"/>
                </a:lnTo>
                <a:lnTo>
                  <a:pt x="619125" y="666750"/>
                </a:lnTo>
                <a:lnTo>
                  <a:pt x="619125" y="676275"/>
                </a:lnTo>
                <a:lnTo>
                  <a:pt x="628650" y="676275"/>
                </a:lnTo>
                <a:lnTo>
                  <a:pt x="628650" y="695325"/>
                </a:lnTo>
                <a:lnTo>
                  <a:pt x="638175" y="695325"/>
                </a:lnTo>
                <a:lnTo>
                  <a:pt x="638175" y="714375"/>
                </a:lnTo>
                <a:lnTo>
                  <a:pt x="628650" y="714375"/>
                </a:lnTo>
                <a:lnTo>
                  <a:pt x="628650" y="723900"/>
                </a:lnTo>
                <a:lnTo>
                  <a:pt x="619125" y="723900"/>
                </a:lnTo>
                <a:lnTo>
                  <a:pt x="619125" y="714375"/>
                </a:lnTo>
                <a:lnTo>
                  <a:pt x="609600" y="714375"/>
                </a:lnTo>
                <a:lnTo>
                  <a:pt x="609600" y="704850"/>
                </a:lnTo>
                <a:lnTo>
                  <a:pt x="600075" y="704850"/>
                </a:lnTo>
                <a:lnTo>
                  <a:pt x="600075" y="695325"/>
                </a:lnTo>
                <a:lnTo>
                  <a:pt x="590550" y="695325"/>
                </a:lnTo>
                <a:lnTo>
                  <a:pt x="590550" y="685800"/>
                </a:lnTo>
                <a:lnTo>
                  <a:pt x="581025" y="685800"/>
                </a:lnTo>
                <a:lnTo>
                  <a:pt x="581025" y="676275"/>
                </a:lnTo>
                <a:lnTo>
                  <a:pt x="571500" y="676275"/>
                </a:lnTo>
                <a:lnTo>
                  <a:pt x="571500" y="666750"/>
                </a:lnTo>
                <a:lnTo>
                  <a:pt x="561975" y="666750"/>
                </a:lnTo>
                <a:lnTo>
                  <a:pt x="561975" y="657225"/>
                </a:lnTo>
                <a:lnTo>
                  <a:pt x="552450" y="657225"/>
                </a:lnTo>
                <a:lnTo>
                  <a:pt x="552450" y="638175"/>
                </a:lnTo>
                <a:lnTo>
                  <a:pt x="542925" y="638175"/>
                </a:lnTo>
                <a:lnTo>
                  <a:pt x="542925" y="628650"/>
                </a:lnTo>
                <a:lnTo>
                  <a:pt x="533400" y="628650"/>
                </a:lnTo>
                <a:lnTo>
                  <a:pt x="533400" y="619125"/>
                </a:lnTo>
                <a:lnTo>
                  <a:pt x="523875" y="619125"/>
                </a:lnTo>
                <a:lnTo>
                  <a:pt x="523875" y="628650"/>
                </a:lnTo>
                <a:lnTo>
                  <a:pt x="504825" y="628650"/>
                </a:lnTo>
                <a:lnTo>
                  <a:pt x="504825" y="638175"/>
                </a:lnTo>
                <a:lnTo>
                  <a:pt x="476250" y="638175"/>
                </a:lnTo>
                <a:lnTo>
                  <a:pt x="476250" y="647700"/>
                </a:lnTo>
                <a:lnTo>
                  <a:pt x="428625" y="647700"/>
                </a:lnTo>
                <a:lnTo>
                  <a:pt x="428625" y="638175"/>
                </a:lnTo>
                <a:lnTo>
                  <a:pt x="400050" y="638175"/>
                </a:lnTo>
                <a:lnTo>
                  <a:pt x="400050" y="628650"/>
                </a:lnTo>
                <a:lnTo>
                  <a:pt x="381000" y="628650"/>
                </a:lnTo>
                <a:lnTo>
                  <a:pt x="381000" y="619125"/>
                </a:lnTo>
                <a:lnTo>
                  <a:pt x="371475" y="619125"/>
                </a:lnTo>
                <a:lnTo>
                  <a:pt x="371475" y="609600"/>
                </a:lnTo>
                <a:lnTo>
                  <a:pt x="361950" y="609600"/>
                </a:lnTo>
                <a:lnTo>
                  <a:pt x="361950" y="600075"/>
                </a:lnTo>
                <a:lnTo>
                  <a:pt x="352425" y="600075"/>
                </a:lnTo>
                <a:lnTo>
                  <a:pt x="352425" y="590550"/>
                </a:lnTo>
                <a:lnTo>
                  <a:pt x="342900" y="590550"/>
                </a:lnTo>
                <a:lnTo>
                  <a:pt x="342900" y="571500"/>
                </a:lnTo>
                <a:lnTo>
                  <a:pt x="333375" y="571500"/>
                </a:lnTo>
                <a:lnTo>
                  <a:pt x="333375" y="552450"/>
                </a:lnTo>
                <a:lnTo>
                  <a:pt x="323850" y="552450"/>
                </a:lnTo>
                <a:lnTo>
                  <a:pt x="323850" y="476250"/>
                </a:lnTo>
                <a:lnTo>
                  <a:pt x="333375" y="476250"/>
                </a:lnTo>
                <a:lnTo>
                  <a:pt x="333375" y="457200"/>
                </a:lnTo>
                <a:lnTo>
                  <a:pt x="342900" y="457200"/>
                </a:lnTo>
                <a:lnTo>
                  <a:pt x="342900" y="438150"/>
                </a:lnTo>
                <a:lnTo>
                  <a:pt x="352425" y="438150"/>
                </a:lnTo>
                <a:lnTo>
                  <a:pt x="352425" y="419100"/>
                </a:lnTo>
                <a:lnTo>
                  <a:pt x="361950" y="419100"/>
                </a:lnTo>
                <a:lnTo>
                  <a:pt x="361950" y="409575"/>
                </a:lnTo>
                <a:lnTo>
                  <a:pt x="381000" y="409575"/>
                </a:lnTo>
                <a:lnTo>
                  <a:pt x="381000" y="400050"/>
                </a:lnTo>
                <a:lnTo>
                  <a:pt x="390525" y="400050"/>
                </a:lnTo>
                <a:lnTo>
                  <a:pt x="390525" y="390525"/>
                </a:lnTo>
                <a:lnTo>
                  <a:pt x="409575" y="390525"/>
                </a:lnTo>
                <a:lnTo>
                  <a:pt x="409575" y="381000"/>
                </a:lnTo>
                <a:lnTo>
                  <a:pt x="485775" y="381000"/>
                </a:lnTo>
                <a:lnTo>
                  <a:pt x="485775" y="390525"/>
                </a:lnTo>
                <a:lnTo>
                  <a:pt x="514350" y="390525"/>
                </a:lnTo>
                <a:lnTo>
                  <a:pt x="514350" y="400050"/>
                </a:lnTo>
                <a:lnTo>
                  <a:pt x="523875" y="400050"/>
                </a:lnTo>
                <a:close/>
                <a:moveTo>
                  <a:pt x="276225" y="419100"/>
                </a:moveTo>
                <a:lnTo>
                  <a:pt x="304800" y="419100"/>
                </a:lnTo>
                <a:lnTo>
                  <a:pt x="304800" y="438150"/>
                </a:lnTo>
                <a:lnTo>
                  <a:pt x="295275" y="438150"/>
                </a:lnTo>
                <a:lnTo>
                  <a:pt x="295275" y="447675"/>
                </a:lnTo>
                <a:lnTo>
                  <a:pt x="276225" y="447675"/>
                </a:lnTo>
                <a:close/>
                <a:moveTo>
                  <a:pt x="209550" y="561975"/>
                </a:moveTo>
                <a:lnTo>
                  <a:pt x="209550" y="571500"/>
                </a:lnTo>
                <a:lnTo>
                  <a:pt x="200025" y="571500"/>
                </a:lnTo>
                <a:lnTo>
                  <a:pt x="200025" y="581025"/>
                </a:lnTo>
                <a:lnTo>
                  <a:pt x="190500" y="581025"/>
                </a:lnTo>
                <a:lnTo>
                  <a:pt x="190500" y="590550"/>
                </a:lnTo>
                <a:lnTo>
                  <a:pt x="180975" y="590550"/>
                </a:lnTo>
                <a:lnTo>
                  <a:pt x="180975" y="600075"/>
                </a:lnTo>
                <a:lnTo>
                  <a:pt x="171450" y="600075"/>
                </a:lnTo>
                <a:lnTo>
                  <a:pt x="171450" y="590550"/>
                </a:lnTo>
                <a:lnTo>
                  <a:pt x="161925" y="590550"/>
                </a:lnTo>
                <a:lnTo>
                  <a:pt x="161925" y="581025"/>
                </a:lnTo>
                <a:lnTo>
                  <a:pt x="142875" y="581025"/>
                </a:lnTo>
                <a:lnTo>
                  <a:pt x="142875" y="552450"/>
                </a:lnTo>
                <a:lnTo>
                  <a:pt x="161925" y="552450"/>
                </a:lnTo>
                <a:lnTo>
                  <a:pt x="161925" y="561975"/>
                </a:lnTo>
                <a:lnTo>
                  <a:pt x="180975" y="561975"/>
                </a:lnTo>
                <a:lnTo>
                  <a:pt x="180975" y="552450"/>
                </a:lnTo>
                <a:lnTo>
                  <a:pt x="190500" y="552450"/>
                </a:lnTo>
                <a:lnTo>
                  <a:pt x="190500" y="542925"/>
                </a:lnTo>
                <a:lnTo>
                  <a:pt x="200025" y="542925"/>
                </a:lnTo>
                <a:lnTo>
                  <a:pt x="200025" y="533400"/>
                </a:lnTo>
                <a:lnTo>
                  <a:pt x="209550" y="533400"/>
                </a:lnTo>
                <a:lnTo>
                  <a:pt x="209550" y="523875"/>
                </a:lnTo>
                <a:lnTo>
                  <a:pt x="219075" y="523875"/>
                </a:lnTo>
                <a:lnTo>
                  <a:pt x="219075" y="514350"/>
                </a:lnTo>
                <a:lnTo>
                  <a:pt x="228600" y="514350"/>
                </a:lnTo>
                <a:lnTo>
                  <a:pt x="228600" y="504825"/>
                </a:lnTo>
                <a:lnTo>
                  <a:pt x="238125" y="504825"/>
                </a:lnTo>
                <a:lnTo>
                  <a:pt x="238125" y="514350"/>
                </a:lnTo>
                <a:lnTo>
                  <a:pt x="247650" y="514350"/>
                </a:lnTo>
                <a:lnTo>
                  <a:pt x="247650" y="533400"/>
                </a:lnTo>
                <a:lnTo>
                  <a:pt x="238125" y="533400"/>
                </a:lnTo>
                <a:lnTo>
                  <a:pt x="238125" y="542925"/>
                </a:lnTo>
                <a:lnTo>
                  <a:pt x="228600" y="542925"/>
                </a:lnTo>
                <a:lnTo>
                  <a:pt x="228600" y="552450"/>
                </a:lnTo>
                <a:lnTo>
                  <a:pt x="219075" y="552450"/>
                </a:lnTo>
                <a:lnTo>
                  <a:pt x="219075" y="561975"/>
                </a:lnTo>
                <a:close/>
              </a:path>
            </a:pathLst>
          </a:custGeom>
          <a:solidFill>
            <a:srgbClr val="08087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analysis editable icon">
            <a:extLst>
              <a:ext uri="{FF2B5EF4-FFF2-40B4-BE49-F238E27FC236}">
                <a16:creationId xmlns:a16="http://schemas.microsoft.com/office/drawing/2014/main" id="{483532CE-F937-4B46-A596-A0DA97341C1B}"/>
              </a:ext>
            </a:extLst>
          </p:cNvPr>
          <p:cNvSpPr>
            <a:spLocks noGrp="1"/>
          </p:cNvSpPr>
          <p:nvPr/>
        </p:nvSpPr>
        <p:spPr>
          <a:xfrm>
            <a:off x="5229225" y="3724275"/>
            <a:ext cx="666750" cy="752475"/>
          </a:xfrm>
          <a:custGeom>
            <a:avLst/>
            <a:gdLst/>
            <a:ahLst/>
            <a:cxnLst/>
            <a:rect l="0" t="0" r="0" b="0"/>
            <a:pathLst>
              <a:path w="666750" h="752475">
                <a:moveTo>
                  <a:pt x="247650" y="200025"/>
                </a:moveTo>
                <a:lnTo>
                  <a:pt x="257175" y="200025"/>
                </a:lnTo>
                <a:lnTo>
                  <a:pt x="257175" y="190500"/>
                </a:lnTo>
                <a:lnTo>
                  <a:pt x="266700" y="190500"/>
                </a:lnTo>
                <a:lnTo>
                  <a:pt x="266700" y="161925"/>
                </a:lnTo>
                <a:lnTo>
                  <a:pt x="314325" y="161925"/>
                </a:lnTo>
                <a:lnTo>
                  <a:pt x="314325" y="219075"/>
                </a:lnTo>
                <a:lnTo>
                  <a:pt x="295275" y="219075"/>
                </a:lnTo>
                <a:lnTo>
                  <a:pt x="295275" y="209550"/>
                </a:lnTo>
                <a:lnTo>
                  <a:pt x="276225" y="209550"/>
                </a:lnTo>
                <a:lnTo>
                  <a:pt x="276225" y="219075"/>
                </a:lnTo>
                <a:lnTo>
                  <a:pt x="266700" y="219075"/>
                </a:lnTo>
                <a:lnTo>
                  <a:pt x="266700" y="228600"/>
                </a:lnTo>
                <a:lnTo>
                  <a:pt x="257175" y="228600"/>
                </a:lnTo>
                <a:lnTo>
                  <a:pt x="257175" y="238125"/>
                </a:lnTo>
                <a:lnTo>
                  <a:pt x="247650" y="238125"/>
                </a:lnTo>
                <a:lnTo>
                  <a:pt x="247650" y="247650"/>
                </a:lnTo>
                <a:lnTo>
                  <a:pt x="238125" y="247650"/>
                </a:lnTo>
                <a:lnTo>
                  <a:pt x="238125" y="257175"/>
                </a:lnTo>
                <a:lnTo>
                  <a:pt x="209550" y="257175"/>
                </a:lnTo>
                <a:lnTo>
                  <a:pt x="209550" y="247650"/>
                </a:lnTo>
                <a:lnTo>
                  <a:pt x="180975" y="247650"/>
                </a:lnTo>
                <a:lnTo>
                  <a:pt x="180975" y="266700"/>
                </a:lnTo>
                <a:lnTo>
                  <a:pt x="161925" y="266700"/>
                </a:lnTo>
                <a:lnTo>
                  <a:pt x="161925" y="276225"/>
                </a:lnTo>
                <a:lnTo>
                  <a:pt x="152400" y="276225"/>
                </a:lnTo>
                <a:lnTo>
                  <a:pt x="152400" y="285750"/>
                </a:lnTo>
                <a:lnTo>
                  <a:pt x="142875" y="285750"/>
                </a:lnTo>
                <a:lnTo>
                  <a:pt x="142875" y="276225"/>
                </a:lnTo>
                <a:lnTo>
                  <a:pt x="133350" y="276225"/>
                </a:lnTo>
                <a:lnTo>
                  <a:pt x="133350" y="257175"/>
                </a:lnTo>
                <a:lnTo>
                  <a:pt x="142875" y="257175"/>
                </a:lnTo>
                <a:lnTo>
                  <a:pt x="142875" y="247650"/>
                </a:lnTo>
                <a:lnTo>
                  <a:pt x="152400" y="247650"/>
                </a:lnTo>
                <a:lnTo>
                  <a:pt x="152400" y="238125"/>
                </a:lnTo>
                <a:lnTo>
                  <a:pt x="171450" y="238125"/>
                </a:lnTo>
                <a:lnTo>
                  <a:pt x="171450" y="228600"/>
                </a:lnTo>
                <a:lnTo>
                  <a:pt x="180975" y="228600"/>
                </a:lnTo>
                <a:lnTo>
                  <a:pt x="180975" y="219075"/>
                </a:lnTo>
                <a:lnTo>
                  <a:pt x="209550" y="219075"/>
                </a:lnTo>
                <a:lnTo>
                  <a:pt x="209550" y="228600"/>
                </a:lnTo>
                <a:lnTo>
                  <a:pt x="228600" y="228600"/>
                </a:lnTo>
                <a:lnTo>
                  <a:pt x="228600" y="219075"/>
                </a:lnTo>
                <a:lnTo>
                  <a:pt x="238125" y="219075"/>
                </a:lnTo>
                <a:lnTo>
                  <a:pt x="238125" y="209550"/>
                </a:lnTo>
                <a:lnTo>
                  <a:pt x="247650" y="209550"/>
                </a:lnTo>
                <a:close/>
                <a:moveTo>
                  <a:pt x="66675" y="66675"/>
                </a:moveTo>
                <a:lnTo>
                  <a:pt x="66675" y="76200"/>
                </a:lnTo>
                <a:lnTo>
                  <a:pt x="57150" y="76200"/>
                </a:lnTo>
                <a:lnTo>
                  <a:pt x="57150" y="466725"/>
                </a:lnTo>
                <a:lnTo>
                  <a:pt x="590550" y="466725"/>
                </a:lnTo>
                <a:lnTo>
                  <a:pt x="590550" y="66675"/>
                </a:lnTo>
                <a:close/>
                <a:moveTo>
                  <a:pt x="590550" y="552450"/>
                </a:moveTo>
                <a:lnTo>
                  <a:pt x="590550" y="495300"/>
                </a:lnTo>
                <a:lnTo>
                  <a:pt x="57150" y="495300"/>
                </a:lnTo>
                <a:lnTo>
                  <a:pt x="57150" y="552450"/>
                </a:lnTo>
                <a:close/>
                <a:moveTo>
                  <a:pt x="381000" y="676275"/>
                </a:moveTo>
                <a:lnTo>
                  <a:pt x="381000" y="638175"/>
                </a:lnTo>
                <a:lnTo>
                  <a:pt x="371475" y="638175"/>
                </a:lnTo>
                <a:lnTo>
                  <a:pt x="371475" y="619125"/>
                </a:lnTo>
                <a:lnTo>
                  <a:pt x="361950" y="619125"/>
                </a:lnTo>
                <a:lnTo>
                  <a:pt x="361950" y="590550"/>
                </a:lnTo>
                <a:lnTo>
                  <a:pt x="352425" y="590550"/>
                </a:lnTo>
                <a:lnTo>
                  <a:pt x="352425" y="581025"/>
                </a:lnTo>
                <a:lnTo>
                  <a:pt x="285750" y="581025"/>
                </a:lnTo>
                <a:lnTo>
                  <a:pt x="285750" y="609600"/>
                </a:lnTo>
                <a:lnTo>
                  <a:pt x="276225" y="609600"/>
                </a:lnTo>
                <a:lnTo>
                  <a:pt x="276225" y="628650"/>
                </a:lnTo>
                <a:lnTo>
                  <a:pt x="266700" y="628650"/>
                </a:lnTo>
                <a:lnTo>
                  <a:pt x="266700" y="657225"/>
                </a:lnTo>
                <a:lnTo>
                  <a:pt x="257175" y="657225"/>
                </a:lnTo>
                <a:lnTo>
                  <a:pt x="257175" y="676275"/>
                </a:lnTo>
                <a:close/>
                <a:moveTo>
                  <a:pt x="619125" y="561975"/>
                </a:moveTo>
                <a:lnTo>
                  <a:pt x="609600" y="561975"/>
                </a:lnTo>
                <a:lnTo>
                  <a:pt x="609600" y="571500"/>
                </a:lnTo>
                <a:lnTo>
                  <a:pt x="600075" y="571500"/>
                </a:lnTo>
                <a:lnTo>
                  <a:pt x="600075" y="581025"/>
                </a:lnTo>
                <a:lnTo>
                  <a:pt x="390525" y="581025"/>
                </a:lnTo>
                <a:lnTo>
                  <a:pt x="390525" y="619125"/>
                </a:lnTo>
                <a:lnTo>
                  <a:pt x="400050" y="619125"/>
                </a:lnTo>
                <a:lnTo>
                  <a:pt x="400050" y="638175"/>
                </a:lnTo>
                <a:lnTo>
                  <a:pt x="409575" y="638175"/>
                </a:lnTo>
                <a:lnTo>
                  <a:pt x="409575" y="666750"/>
                </a:lnTo>
                <a:lnTo>
                  <a:pt x="419100" y="666750"/>
                </a:lnTo>
                <a:lnTo>
                  <a:pt x="419100" y="676275"/>
                </a:lnTo>
                <a:lnTo>
                  <a:pt x="457200" y="676275"/>
                </a:lnTo>
                <a:lnTo>
                  <a:pt x="457200" y="685800"/>
                </a:lnTo>
                <a:lnTo>
                  <a:pt x="466725" y="685800"/>
                </a:lnTo>
                <a:lnTo>
                  <a:pt x="466725" y="695325"/>
                </a:lnTo>
                <a:lnTo>
                  <a:pt x="457200" y="695325"/>
                </a:lnTo>
                <a:lnTo>
                  <a:pt x="457200" y="704850"/>
                </a:lnTo>
                <a:lnTo>
                  <a:pt x="180975" y="704850"/>
                </a:lnTo>
                <a:lnTo>
                  <a:pt x="180975" y="676275"/>
                </a:lnTo>
                <a:lnTo>
                  <a:pt x="219075" y="676275"/>
                </a:lnTo>
                <a:lnTo>
                  <a:pt x="219075" y="666750"/>
                </a:lnTo>
                <a:lnTo>
                  <a:pt x="228600" y="666750"/>
                </a:lnTo>
                <a:lnTo>
                  <a:pt x="228600" y="647700"/>
                </a:lnTo>
                <a:lnTo>
                  <a:pt x="238125" y="647700"/>
                </a:lnTo>
                <a:lnTo>
                  <a:pt x="238125" y="628650"/>
                </a:lnTo>
                <a:lnTo>
                  <a:pt x="247650" y="628650"/>
                </a:lnTo>
                <a:lnTo>
                  <a:pt x="247650" y="609600"/>
                </a:lnTo>
                <a:lnTo>
                  <a:pt x="257175" y="609600"/>
                </a:lnTo>
                <a:lnTo>
                  <a:pt x="257175" y="581025"/>
                </a:lnTo>
                <a:lnTo>
                  <a:pt x="47625" y="581025"/>
                </a:lnTo>
                <a:lnTo>
                  <a:pt x="47625" y="571500"/>
                </a:lnTo>
                <a:lnTo>
                  <a:pt x="38100" y="571500"/>
                </a:lnTo>
                <a:lnTo>
                  <a:pt x="38100" y="561975"/>
                </a:lnTo>
                <a:lnTo>
                  <a:pt x="28575" y="561975"/>
                </a:lnTo>
                <a:lnTo>
                  <a:pt x="28575" y="466725"/>
                </a:lnTo>
                <a:lnTo>
                  <a:pt x="38100" y="466725"/>
                </a:lnTo>
                <a:lnTo>
                  <a:pt x="38100" y="409575"/>
                </a:lnTo>
                <a:lnTo>
                  <a:pt x="28575" y="409575"/>
                </a:lnTo>
                <a:lnTo>
                  <a:pt x="28575" y="66675"/>
                </a:lnTo>
                <a:lnTo>
                  <a:pt x="38100" y="66675"/>
                </a:lnTo>
                <a:lnTo>
                  <a:pt x="38100" y="47625"/>
                </a:lnTo>
                <a:lnTo>
                  <a:pt x="57150" y="47625"/>
                </a:lnTo>
                <a:lnTo>
                  <a:pt x="57150" y="38100"/>
                </a:lnTo>
                <a:lnTo>
                  <a:pt x="600075" y="38100"/>
                </a:lnTo>
                <a:lnTo>
                  <a:pt x="600075" y="47625"/>
                </a:lnTo>
                <a:lnTo>
                  <a:pt x="609600" y="47625"/>
                </a:lnTo>
                <a:lnTo>
                  <a:pt x="609600" y="57150"/>
                </a:lnTo>
                <a:lnTo>
                  <a:pt x="619125" y="57150"/>
                </a:lnTo>
                <a:close/>
                <a:moveTo>
                  <a:pt x="514350" y="171450"/>
                </a:moveTo>
                <a:lnTo>
                  <a:pt x="514350" y="228600"/>
                </a:lnTo>
                <a:lnTo>
                  <a:pt x="495300" y="228600"/>
                </a:lnTo>
                <a:lnTo>
                  <a:pt x="495300" y="219075"/>
                </a:lnTo>
                <a:lnTo>
                  <a:pt x="476250" y="219075"/>
                </a:lnTo>
                <a:lnTo>
                  <a:pt x="476250" y="238125"/>
                </a:lnTo>
                <a:lnTo>
                  <a:pt x="466725" y="238125"/>
                </a:lnTo>
                <a:lnTo>
                  <a:pt x="466725" y="247650"/>
                </a:lnTo>
                <a:lnTo>
                  <a:pt x="457200" y="247650"/>
                </a:lnTo>
                <a:lnTo>
                  <a:pt x="457200" y="257175"/>
                </a:lnTo>
                <a:lnTo>
                  <a:pt x="447675" y="257175"/>
                </a:lnTo>
                <a:lnTo>
                  <a:pt x="447675" y="266700"/>
                </a:lnTo>
                <a:lnTo>
                  <a:pt x="428625" y="266700"/>
                </a:lnTo>
                <a:lnTo>
                  <a:pt x="428625" y="276225"/>
                </a:lnTo>
                <a:lnTo>
                  <a:pt x="381000" y="276225"/>
                </a:lnTo>
                <a:lnTo>
                  <a:pt x="381000" y="247650"/>
                </a:lnTo>
                <a:lnTo>
                  <a:pt x="409575" y="247650"/>
                </a:lnTo>
                <a:lnTo>
                  <a:pt x="409575" y="257175"/>
                </a:lnTo>
                <a:lnTo>
                  <a:pt x="419100" y="257175"/>
                </a:lnTo>
                <a:lnTo>
                  <a:pt x="419100" y="247650"/>
                </a:lnTo>
                <a:lnTo>
                  <a:pt x="428625" y="247650"/>
                </a:lnTo>
                <a:lnTo>
                  <a:pt x="428625" y="238125"/>
                </a:lnTo>
                <a:lnTo>
                  <a:pt x="438150" y="238125"/>
                </a:lnTo>
                <a:lnTo>
                  <a:pt x="438150" y="228600"/>
                </a:lnTo>
                <a:lnTo>
                  <a:pt x="447675" y="228600"/>
                </a:lnTo>
                <a:lnTo>
                  <a:pt x="447675" y="219075"/>
                </a:lnTo>
                <a:lnTo>
                  <a:pt x="457200" y="219075"/>
                </a:lnTo>
                <a:lnTo>
                  <a:pt x="457200" y="209550"/>
                </a:lnTo>
                <a:lnTo>
                  <a:pt x="466725" y="209550"/>
                </a:lnTo>
                <a:lnTo>
                  <a:pt x="466725" y="190500"/>
                </a:lnTo>
                <a:lnTo>
                  <a:pt x="457200" y="190500"/>
                </a:lnTo>
                <a:lnTo>
                  <a:pt x="457200" y="171450"/>
                </a:lnTo>
                <a:close/>
                <a:moveTo>
                  <a:pt x="304800" y="514350"/>
                </a:moveTo>
                <a:lnTo>
                  <a:pt x="314325" y="514350"/>
                </a:lnTo>
                <a:lnTo>
                  <a:pt x="314325" y="504825"/>
                </a:lnTo>
                <a:lnTo>
                  <a:pt x="323850" y="504825"/>
                </a:lnTo>
                <a:lnTo>
                  <a:pt x="323850" y="514350"/>
                </a:lnTo>
                <a:lnTo>
                  <a:pt x="333375" y="514350"/>
                </a:lnTo>
                <a:lnTo>
                  <a:pt x="333375" y="542925"/>
                </a:lnTo>
                <a:lnTo>
                  <a:pt x="304800" y="542925"/>
                </a:lnTo>
                <a:close/>
                <a:moveTo>
                  <a:pt x="419100" y="333375"/>
                </a:moveTo>
                <a:lnTo>
                  <a:pt x="447675" y="333375"/>
                </a:lnTo>
                <a:lnTo>
                  <a:pt x="447675" y="409575"/>
                </a:lnTo>
                <a:lnTo>
                  <a:pt x="438150" y="409575"/>
                </a:lnTo>
                <a:lnTo>
                  <a:pt x="438150" y="419100"/>
                </a:lnTo>
                <a:lnTo>
                  <a:pt x="428625" y="419100"/>
                </a:lnTo>
                <a:lnTo>
                  <a:pt x="428625" y="409575"/>
                </a:lnTo>
                <a:lnTo>
                  <a:pt x="400050" y="409575"/>
                </a:lnTo>
                <a:lnTo>
                  <a:pt x="400050" y="419100"/>
                </a:lnTo>
                <a:lnTo>
                  <a:pt x="381000" y="419100"/>
                </a:lnTo>
                <a:lnTo>
                  <a:pt x="381000" y="409575"/>
                </a:lnTo>
                <a:lnTo>
                  <a:pt x="371475" y="409575"/>
                </a:lnTo>
                <a:lnTo>
                  <a:pt x="371475" y="323850"/>
                </a:lnTo>
                <a:lnTo>
                  <a:pt x="390525" y="323850"/>
                </a:lnTo>
                <a:lnTo>
                  <a:pt x="390525" y="333375"/>
                </a:lnTo>
                <a:lnTo>
                  <a:pt x="400050" y="333375"/>
                </a:lnTo>
                <a:lnTo>
                  <a:pt x="400050" y="361950"/>
                </a:lnTo>
                <a:lnTo>
                  <a:pt x="390525" y="361950"/>
                </a:lnTo>
                <a:lnTo>
                  <a:pt x="390525" y="390525"/>
                </a:lnTo>
                <a:lnTo>
                  <a:pt x="419100" y="390525"/>
                </a:lnTo>
                <a:close/>
                <a:moveTo>
                  <a:pt x="266700" y="266700"/>
                </a:moveTo>
                <a:lnTo>
                  <a:pt x="276225" y="266700"/>
                </a:lnTo>
                <a:lnTo>
                  <a:pt x="276225" y="257175"/>
                </a:lnTo>
                <a:lnTo>
                  <a:pt x="295275" y="257175"/>
                </a:lnTo>
                <a:lnTo>
                  <a:pt x="295275" y="419100"/>
                </a:lnTo>
                <a:lnTo>
                  <a:pt x="276225" y="419100"/>
                </a:lnTo>
                <a:lnTo>
                  <a:pt x="276225" y="409575"/>
                </a:lnTo>
                <a:lnTo>
                  <a:pt x="266700" y="409575"/>
                </a:lnTo>
                <a:close/>
                <a:moveTo>
                  <a:pt x="238125" y="409575"/>
                </a:moveTo>
                <a:lnTo>
                  <a:pt x="228600" y="409575"/>
                </a:lnTo>
                <a:lnTo>
                  <a:pt x="228600" y="419100"/>
                </a:lnTo>
                <a:lnTo>
                  <a:pt x="209550" y="419100"/>
                </a:lnTo>
                <a:lnTo>
                  <a:pt x="209550" y="409575"/>
                </a:lnTo>
                <a:lnTo>
                  <a:pt x="200025" y="409575"/>
                </a:lnTo>
                <a:lnTo>
                  <a:pt x="200025" y="400050"/>
                </a:lnTo>
                <a:lnTo>
                  <a:pt x="209550" y="400050"/>
                </a:lnTo>
                <a:lnTo>
                  <a:pt x="209550" y="285750"/>
                </a:lnTo>
                <a:lnTo>
                  <a:pt x="228600" y="285750"/>
                </a:lnTo>
                <a:lnTo>
                  <a:pt x="228600" y="295275"/>
                </a:lnTo>
                <a:lnTo>
                  <a:pt x="238125" y="295275"/>
                </a:lnTo>
                <a:close/>
                <a:moveTo>
                  <a:pt x="171450" y="409575"/>
                </a:moveTo>
                <a:lnTo>
                  <a:pt x="161925" y="409575"/>
                </a:lnTo>
                <a:lnTo>
                  <a:pt x="161925" y="419100"/>
                </a:lnTo>
                <a:lnTo>
                  <a:pt x="142875" y="419100"/>
                </a:lnTo>
                <a:lnTo>
                  <a:pt x="142875" y="323850"/>
                </a:lnTo>
                <a:lnTo>
                  <a:pt x="171450" y="323850"/>
                </a:lnTo>
                <a:close/>
                <a:moveTo>
                  <a:pt x="476250" y="285750"/>
                </a:moveTo>
                <a:lnTo>
                  <a:pt x="504825" y="285750"/>
                </a:lnTo>
                <a:lnTo>
                  <a:pt x="504825" y="419100"/>
                </a:lnTo>
                <a:lnTo>
                  <a:pt x="476250" y="419100"/>
                </a:lnTo>
                <a:close/>
              </a:path>
            </a:pathLst>
          </a:custGeom>
          <a:solidFill>
            <a:srgbClr val="08087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shield editable icon">
            <a:extLst>
              <a:ext uri="{FF2B5EF4-FFF2-40B4-BE49-F238E27FC236}">
                <a16:creationId xmlns:a16="http://schemas.microsoft.com/office/drawing/2014/main" id="{86C4FA78-804F-448B-972F-05F86265C5B6}"/>
              </a:ext>
            </a:extLst>
          </p:cNvPr>
          <p:cNvSpPr>
            <a:spLocks noGrp="1"/>
          </p:cNvSpPr>
          <p:nvPr/>
        </p:nvSpPr>
        <p:spPr>
          <a:xfrm>
            <a:off x="2586370" y="6700769"/>
            <a:ext cx="390525" cy="447675"/>
          </a:xfrm>
          <a:custGeom>
            <a:avLst/>
            <a:gdLst/>
            <a:ahLst/>
            <a:cxnLst/>
            <a:rect l="0" t="0" r="0" b="0"/>
            <a:pathLst>
              <a:path w="390525" h="447675">
                <a:moveTo>
                  <a:pt x="257175" y="200025"/>
                </a:moveTo>
                <a:lnTo>
                  <a:pt x="257175" y="209550"/>
                </a:lnTo>
                <a:lnTo>
                  <a:pt x="247650" y="209550"/>
                </a:lnTo>
                <a:lnTo>
                  <a:pt x="247650" y="219075"/>
                </a:lnTo>
                <a:lnTo>
                  <a:pt x="238125" y="219075"/>
                </a:lnTo>
                <a:lnTo>
                  <a:pt x="238125" y="228600"/>
                </a:lnTo>
                <a:lnTo>
                  <a:pt x="228600" y="228600"/>
                </a:lnTo>
                <a:lnTo>
                  <a:pt x="228600" y="238125"/>
                </a:lnTo>
                <a:lnTo>
                  <a:pt x="219075" y="238125"/>
                </a:lnTo>
                <a:lnTo>
                  <a:pt x="219075" y="247650"/>
                </a:lnTo>
                <a:lnTo>
                  <a:pt x="209550" y="247650"/>
                </a:lnTo>
                <a:lnTo>
                  <a:pt x="209550" y="266700"/>
                </a:lnTo>
                <a:lnTo>
                  <a:pt x="200025" y="266700"/>
                </a:lnTo>
                <a:lnTo>
                  <a:pt x="200025" y="276225"/>
                </a:lnTo>
                <a:lnTo>
                  <a:pt x="190500" y="276225"/>
                </a:lnTo>
                <a:lnTo>
                  <a:pt x="190500" y="285750"/>
                </a:lnTo>
                <a:lnTo>
                  <a:pt x="180975" y="285750"/>
                </a:lnTo>
                <a:lnTo>
                  <a:pt x="180975" y="276225"/>
                </a:lnTo>
                <a:lnTo>
                  <a:pt x="171450" y="276225"/>
                </a:lnTo>
                <a:lnTo>
                  <a:pt x="171450" y="266700"/>
                </a:lnTo>
                <a:lnTo>
                  <a:pt x="161925" y="266700"/>
                </a:lnTo>
                <a:lnTo>
                  <a:pt x="161925" y="257175"/>
                </a:lnTo>
                <a:lnTo>
                  <a:pt x="152400" y="257175"/>
                </a:lnTo>
                <a:lnTo>
                  <a:pt x="152400" y="247650"/>
                </a:lnTo>
                <a:lnTo>
                  <a:pt x="142875" y="247650"/>
                </a:lnTo>
                <a:lnTo>
                  <a:pt x="142875" y="238125"/>
                </a:lnTo>
                <a:lnTo>
                  <a:pt x="133350" y="238125"/>
                </a:lnTo>
                <a:lnTo>
                  <a:pt x="133350" y="228600"/>
                </a:lnTo>
                <a:lnTo>
                  <a:pt x="142875" y="228600"/>
                </a:lnTo>
                <a:lnTo>
                  <a:pt x="142875" y="209550"/>
                </a:lnTo>
                <a:lnTo>
                  <a:pt x="152400" y="209550"/>
                </a:lnTo>
                <a:lnTo>
                  <a:pt x="152400" y="219075"/>
                </a:lnTo>
                <a:lnTo>
                  <a:pt x="161925" y="219075"/>
                </a:lnTo>
                <a:lnTo>
                  <a:pt x="161925" y="228600"/>
                </a:lnTo>
                <a:lnTo>
                  <a:pt x="171450" y="228600"/>
                </a:lnTo>
                <a:lnTo>
                  <a:pt x="171450" y="238125"/>
                </a:lnTo>
                <a:lnTo>
                  <a:pt x="190500" y="238125"/>
                </a:lnTo>
                <a:lnTo>
                  <a:pt x="190500" y="228600"/>
                </a:lnTo>
                <a:lnTo>
                  <a:pt x="200025" y="228600"/>
                </a:lnTo>
                <a:lnTo>
                  <a:pt x="200025" y="219075"/>
                </a:lnTo>
                <a:lnTo>
                  <a:pt x="209550" y="219075"/>
                </a:lnTo>
                <a:lnTo>
                  <a:pt x="209550" y="209550"/>
                </a:lnTo>
                <a:lnTo>
                  <a:pt x="219075" y="209550"/>
                </a:lnTo>
                <a:lnTo>
                  <a:pt x="219075" y="200025"/>
                </a:lnTo>
                <a:lnTo>
                  <a:pt x="228600" y="200025"/>
                </a:lnTo>
                <a:lnTo>
                  <a:pt x="228600" y="190500"/>
                </a:lnTo>
                <a:lnTo>
                  <a:pt x="238125" y="190500"/>
                </a:lnTo>
                <a:lnTo>
                  <a:pt x="238125" y="180975"/>
                </a:lnTo>
                <a:lnTo>
                  <a:pt x="247650" y="180975"/>
                </a:lnTo>
                <a:lnTo>
                  <a:pt x="247650" y="161925"/>
                </a:lnTo>
                <a:lnTo>
                  <a:pt x="266700" y="161925"/>
                </a:lnTo>
                <a:lnTo>
                  <a:pt x="266700" y="171450"/>
                </a:lnTo>
                <a:lnTo>
                  <a:pt x="276225" y="171450"/>
                </a:lnTo>
                <a:lnTo>
                  <a:pt x="276225" y="180975"/>
                </a:lnTo>
                <a:lnTo>
                  <a:pt x="266700" y="180975"/>
                </a:lnTo>
                <a:lnTo>
                  <a:pt x="266700" y="200025"/>
                </a:lnTo>
                <a:close/>
                <a:moveTo>
                  <a:pt x="76200" y="266700"/>
                </a:moveTo>
                <a:lnTo>
                  <a:pt x="85725" y="266700"/>
                </a:lnTo>
                <a:lnTo>
                  <a:pt x="85725" y="285750"/>
                </a:lnTo>
                <a:lnTo>
                  <a:pt x="95250" y="285750"/>
                </a:lnTo>
                <a:lnTo>
                  <a:pt x="95250" y="304800"/>
                </a:lnTo>
                <a:lnTo>
                  <a:pt x="104775" y="304800"/>
                </a:lnTo>
                <a:lnTo>
                  <a:pt x="104775" y="323850"/>
                </a:lnTo>
                <a:lnTo>
                  <a:pt x="114300" y="323850"/>
                </a:lnTo>
                <a:lnTo>
                  <a:pt x="114300" y="333375"/>
                </a:lnTo>
                <a:lnTo>
                  <a:pt x="123825" y="333375"/>
                </a:lnTo>
                <a:lnTo>
                  <a:pt x="123825" y="342900"/>
                </a:lnTo>
                <a:lnTo>
                  <a:pt x="133350" y="342900"/>
                </a:lnTo>
                <a:lnTo>
                  <a:pt x="133350" y="352425"/>
                </a:lnTo>
                <a:lnTo>
                  <a:pt x="142875" y="352425"/>
                </a:lnTo>
                <a:lnTo>
                  <a:pt x="142875" y="361950"/>
                </a:lnTo>
                <a:lnTo>
                  <a:pt x="161925" y="361950"/>
                </a:lnTo>
                <a:lnTo>
                  <a:pt x="161925" y="371475"/>
                </a:lnTo>
                <a:lnTo>
                  <a:pt x="171450" y="371475"/>
                </a:lnTo>
                <a:lnTo>
                  <a:pt x="171450" y="381000"/>
                </a:lnTo>
                <a:lnTo>
                  <a:pt x="190500" y="381000"/>
                </a:lnTo>
                <a:lnTo>
                  <a:pt x="190500" y="390525"/>
                </a:lnTo>
                <a:lnTo>
                  <a:pt x="200025" y="390525"/>
                </a:lnTo>
                <a:lnTo>
                  <a:pt x="200025" y="381000"/>
                </a:lnTo>
                <a:lnTo>
                  <a:pt x="209550" y="381000"/>
                </a:lnTo>
                <a:lnTo>
                  <a:pt x="209550" y="371475"/>
                </a:lnTo>
                <a:lnTo>
                  <a:pt x="228600" y="371475"/>
                </a:lnTo>
                <a:lnTo>
                  <a:pt x="228600" y="361950"/>
                </a:lnTo>
                <a:lnTo>
                  <a:pt x="238125" y="361950"/>
                </a:lnTo>
                <a:lnTo>
                  <a:pt x="238125" y="352425"/>
                </a:lnTo>
                <a:lnTo>
                  <a:pt x="247650" y="352425"/>
                </a:lnTo>
                <a:lnTo>
                  <a:pt x="247650" y="342900"/>
                </a:lnTo>
                <a:lnTo>
                  <a:pt x="257175" y="342900"/>
                </a:lnTo>
                <a:lnTo>
                  <a:pt x="257175" y="333375"/>
                </a:lnTo>
                <a:lnTo>
                  <a:pt x="266700" y="333375"/>
                </a:lnTo>
                <a:lnTo>
                  <a:pt x="266700" y="323850"/>
                </a:lnTo>
                <a:lnTo>
                  <a:pt x="276225" y="323850"/>
                </a:lnTo>
                <a:lnTo>
                  <a:pt x="276225" y="314325"/>
                </a:lnTo>
                <a:lnTo>
                  <a:pt x="285750" y="314325"/>
                </a:lnTo>
                <a:lnTo>
                  <a:pt x="285750" y="304800"/>
                </a:lnTo>
                <a:lnTo>
                  <a:pt x="295275" y="304800"/>
                </a:lnTo>
                <a:lnTo>
                  <a:pt x="295275" y="285750"/>
                </a:lnTo>
                <a:lnTo>
                  <a:pt x="304800" y="285750"/>
                </a:lnTo>
                <a:lnTo>
                  <a:pt x="304800" y="257175"/>
                </a:lnTo>
                <a:lnTo>
                  <a:pt x="314325" y="257175"/>
                </a:lnTo>
                <a:lnTo>
                  <a:pt x="314325" y="104775"/>
                </a:lnTo>
                <a:lnTo>
                  <a:pt x="257175" y="104775"/>
                </a:lnTo>
                <a:lnTo>
                  <a:pt x="257175" y="95250"/>
                </a:lnTo>
                <a:lnTo>
                  <a:pt x="238125" y="95250"/>
                </a:lnTo>
                <a:lnTo>
                  <a:pt x="238125" y="85725"/>
                </a:lnTo>
                <a:lnTo>
                  <a:pt x="219075" y="85725"/>
                </a:lnTo>
                <a:lnTo>
                  <a:pt x="219075" y="76200"/>
                </a:lnTo>
                <a:lnTo>
                  <a:pt x="209550" y="76200"/>
                </a:lnTo>
                <a:lnTo>
                  <a:pt x="209550" y="66675"/>
                </a:lnTo>
                <a:lnTo>
                  <a:pt x="180975" y="66675"/>
                </a:lnTo>
                <a:lnTo>
                  <a:pt x="180975" y="76200"/>
                </a:lnTo>
                <a:lnTo>
                  <a:pt x="161925" y="76200"/>
                </a:lnTo>
                <a:lnTo>
                  <a:pt x="161925" y="85725"/>
                </a:lnTo>
                <a:lnTo>
                  <a:pt x="142875" y="85725"/>
                </a:lnTo>
                <a:lnTo>
                  <a:pt x="142875" y="95250"/>
                </a:lnTo>
                <a:lnTo>
                  <a:pt x="114300" y="95250"/>
                </a:lnTo>
                <a:lnTo>
                  <a:pt x="114300" y="104775"/>
                </a:lnTo>
                <a:lnTo>
                  <a:pt x="76200" y="104775"/>
                </a:lnTo>
                <a:close/>
                <a:moveTo>
                  <a:pt x="257175" y="371475"/>
                </a:moveTo>
                <a:lnTo>
                  <a:pt x="257175" y="381000"/>
                </a:lnTo>
                <a:lnTo>
                  <a:pt x="247650" y="381000"/>
                </a:lnTo>
                <a:lnTo>
                  <a:pt x="247650" y="390525"/>
                </a:lnTo>
                <a:lnTo>
                  <a:pt x="238125" y="390525"/>
                </a:lnTo>
                <a:lnTo>
                  <a:pt x="238125" y="400050"/>
                </a:lnTo>
                <a:lnTo>
                  <a:pt x="219075" y="400050"/>
                </a:lnTo>
                <a:lnTo>
                  <a:pt x="219075" y="409575"/>
                </a:lnTo>
                <a:lnTo>
                  <a:pt x="200025" y="409575"/>
                </a:lnTo>
                <a:lnTo>
                  <a:pt x="200025" y="419100"/>
                </a:lnTo>
                <a:lnTo>
                  <a:pt x="180975" y="419100"/>
                </a:lnTo>
                <a:lnTo>
                  <a:pt x="180975" y="409575"/>
                </a:lnTo>
                <a:lnTo>
                  <a:pt x="171450" y="409575"/>
                </a:lnTo>
                <a:lnTo>
                  <a:pt x="171450" y="400050"/>
                </a:lnTo>
                <a:lnTo>
                  <a:pt x="152400" y="400050"/>
                </a:lnTo>
                <a:lnTo>
                  <a:pt x="152400" y="390525"/>
                </a:lnTo>
                <a:lnTo>
                  <a:pt x="133350" y="390525"/>
                </a:lnTo>
                <a:lnTo>
                  <a:pt x="133350" y="381000"/>
                </a:lnTo>
                <a:lnTo>
                  <a:pt x="123825" y="381000"/>
                </a:lnTo>
                <a:lnTo>
                  <a:pt x="123825" y="371475"/>
                </a:lnTo>
                <a:lnTo>
                  <a:pt x="114300" y="371475"/>
                </a:lnTo>
                <a:lnTo>
                  <a:pt x="114300" y="361950"/>
                </a:lnTo>
                <a:lnTo>
                  <a:pt x="104775" y="361950"/>
                </a:lnTo>
                <a:lnTo>
                  <a:pt x="104775" y="352425"/>
                </a:lnTo>
                <a:lnTo>
                  <a:pt x="95250" y="352425"/>
                </a:lnTo>
                <a:lnTo>
                  <a:pt x="95250" y="342900"/>
                </a:lnTo>
                <a:lnTo>
                  <a:pt x="85725" y="342900"/>
                </a:lnTo>
                <a:lnTo>
                  <a:pt x="85725" y="323850"/>
                </a:lnTo>
                <a:lnTo>
                  <a:pt x="76200" y="323850"/>
                </a:lnTo>
                <a:lnTo>
                  <a:pt x="76200" y="314325"/>
                </a:lnTo>
                <a:lnTo>
                  <a:pt x="66675" y="314325"/>
                </a:lnTo>
                <a:lnTo>
                  <a:pt x="66675" y="295275"/>
                </a:lnTo>
                <a:lnTo>
                  <a:pt x="57150" y="295275"/>
                </a:lnTo>
                <a:lnTo>
                  <a:pt x="57150" y="266700"/>
                </a:lnTo>
                <a:lnTo>
                  <a:pt x="47625" y="266700"/>
                </a:lnTo>
                <a:lnTo>
                  <a:pt x="47625" y="85725"/>
                </a:lnTo>
                <a:lnTo>
                  <a:pt x="57150" y="85725"/>
                </a:lnTo>
                <a:lnTo>
                  <a:pt x="57150" y="76200"/>
                </a:lnTo>
                <a:lnTo>
                  <a:pt x="114300" y="76200"/>
                </a:lnTo>
                <a:lnTo>
                  <a:pt x="114300" y="66675"/>
                </a:lnTo>
                <a:lnTo>
                  <a:pt x="142875" y="66675"/>
                </a:lnTo>
                <a:lnTo>
                  <a:pt x="142875" y="57150"/>
                </a:lnTo>
                <a:lnTo>
                  <a:pt x="161925" y="57150"/>
                </a:lnTo>
                <a:lnTo>
                  <a:pt x="161925" y="47625"/>
                </a:lnTo>
                <a:lnTo>
                  <a:pt x="171450" y="47625"/>
                </a:lnTo>
                <a:lnTo>
                  <a:pt x="171450" y="38100"/>
                </a:lnTo>
                <a:lnTo>
                  <a:pt x="209550" y="38100"/>
                </a:lnTo>
                <a:lnTo>
                  <a:pt x="209550" y="47625"/>
                </a:lnTo>
                <a:lnTo>
                  <a:pt x="219075" y="47625"/>
                </a:lnTo>
                <a:lnTo>
                  <a:pt x="219075" y="57150"/>
                </a:lnTo>
                <a:lnTo>
                  <a:pt x="238125" y="57150"/>
                </a:lnTo>
                <a:lnTo>
                  <a:pt x="238125" y="66675"/>
                </a:lnTo>
                <a:lnTo>
                  <a:pt x="257175" y="66675"/>
                </a:lnTo>
                <a:lnTo>
                  <a:pt x="257175" y="76200"/>
                </a:lnTo>
                <a:lnTo>
                  <a:pt x="304800" y="76200"/>
                </a:lnTo>
                <a:lnTo>
                  <a:pt x="304800" y="85725"/>
                </a:lnTo>
                <a:lnTo>
                  <a:pt x="342900" y="85725"/>
                </a:lnTo>
                <a:lnTo>
                  <a:pt x="342900" y="238125"/>
                </a:lnTo>
                <a:lnTo>
                  <a:pt x="333375" y="238125"/>
                </a:lnTo>
                <a:lnTo>
                  <a:pt x="333375" y="285750"/>
                </a:lnTo>
                <a:lnTo>
                  <a:pt x="323850" y="285750"/>
                </a:lnTo>
                <a:lnTo>
                  <a:pt x="323850" y="304800"/>
                </a:lnTo>
                <a:lnTo>
                  <a:pt x="314325" y="304800"/>
                </a:lnTo>
                <a:lnTo>
                  <a:pt x="314325" y="323850"/>
                </a:lnTo>
                <a:lnTo>
                  <a:pt x="304800" y="323850"/>
                </a:lnTo>
                <a:lnTo>
                  <a:pt x="304800" y="333375"/>
                </a:lnTo>
                <a:lnTo>
                  <a:pt x="295275" y="333375"/>
                </a:lnTo>
                <a:lnTo>
                  <a:pt x="295275" y="342900"/>
                </a:lnTo>
                <a:lnTo>
                  <a:pt x="285750" y="342900"/>
                </a:lnTo>
                <a:lnTo>
                  <a:pt x="285750" y="361950"/>
                </a:lnTo>
                <a:lnTo>
                  <a:pt x="276225" y="361950"/>
                </a:lnTo>
                <a:lnTo>
                  <a:pt x="276225" y="371475"/>
                </a:lnTo>
                <a:close/>
              </a:path>
            </a:pathLst>
          </a:custGeom>
          <a:solidFill>
            <a:srgbClr val="00560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gear editable icon">
            <a:extLst>
              <a:ext uri="{FF2B5EF4-FFF2-40B4-BE49-F238E27FC236}">
                <a16:creationId xmlns:a16="http://schemas.microsoft.com/office/drawing/2014/main" id="{5B46887E-144B-431C-B2B4-FFA27F3CF2FD}"/>
              </a:ext>
            </a:extLst>
          </p:cNvPr>
          <p:cNvSpPr>
            <a:spLocks noGrp="1"/>
          </p:cNvSpPr>
          <p:nvPr/>
        </p:nvSpPr>
        <p:spPr>
          <a:xfrm>
            <a:off x="4396120" y="6072119"/>
            <a:ext cx="447675" cy="419100"/>
          </a:xfrm>
          <a:custGeom>
            <a:avLst/>
            <a:gdLst/>
            <a:ahLst/>
            <a:cxnLst/>
            <a:rect l="0" t="0" r="0" b="0"/>
            <a:pathLst>
              <a:path w="447675" h="419100">
                <a:moveTo>
                  <a:pt x="76200" y="161925"/>
                </a:moveTo>
                <a:lnTo>
                  <a:pt x="76200" y="152400"/>
                </a:lnTo>
                <a:lnTo>
                  <a:pt x="85725" y="152400"/>
                </a:lnTo>
                <a:lnTo>
                  <a:pt x="85725" y="123825"/>
                </a:lnTo>
                <a:lnTo>
                  <a:pt x="76200" y="123825"/>
                </a:lnTo>
                <a:lnTo>
                  <a:pt x="76200" y="114300"/>
                </a:lnTo>
                <a:lnTo>
                  <a:pt x="66675" y="114300"/>
                </a:lnTo>
                <a:lnTo>
                  <a:pt x="66675" y="95250"/>
                </a:lnTo>
                <a:lnTo>
                  <a:pt x="76200" y="95250"/>
                </a:lnTo>
                <a:lnTo>
                  <a:pt x="76200" y="76200"/>
                </a:lnTo>
                <a:lnTo>
                  <a:pt x="85725" y="76200"/>
                </a:lnTo>
                <a:lnTo>
                  <a:pt x="85725" y="66675"/>
                </a:lnTo>
                <a:lnTo>
                  <a:pt x="95250" y="66675"/>
                </a:lnTo>
                <a:lnTo>
                  <a:pt x="95250" y="57150"/>
                </a:lnTo>
                <a:lnTo>
                  <a:pt x="114300" y="57150"/>
                </a:lnTo>
                <a:lnTo>
                  <a:pt x="114300" y="47625"/>
                </a:lnTo>
                <a:lnTo>
                  <a:pt x="123825" y="47625"/>
                </a:lnTo>
                <a:lnTo>
                  <a:pt x="123825" y="57150"/>
                </a:lnTo>
                <a:lnTo>
                  <a:pt x="142875" y="57150"/>
                </a:lnTo>
                <a:lnTo>
                  <a:pt x="142875" y="66675"/>
                </a:lnTo>
                <a:lnTo>
                  <a:pt x="171450" y="66675"/>
                </a:lnTo>
                <a:lnTo>
                  <a:pt x="171450" y="57150"/>
                </a:lnTo>
                <a:lnTo>
                  <a:pt x="180975" y="57150"/>
                </a:lnTo>
                <a:lnTo>
                  <a:pt x="180975" y="19050"/>
                </a:lnTo>
                <a:lnTo>
                  <a:pt x="257175" y="19050"/>
                </a:lnTo>
                <a:lnTo>
                  <a:pt x="257175" y="47625"/>
                </a:lnTo>
                <a:lnTo>
                  <a:pt x="266700" y="47625"/>
                </a:lnTo>
                <a:lnTo>
                  <a:pt x="266700" y="57150"/>
                </a:lnTo>
                <a:lnTo>
                  <a:pt x="276225" y="57150"/>
                </a:lnTo>
                <a:lnTo>
                  <a:pt x="276225" y="66675"/>
                </a:lnTo>
                <a:lnTo>
                  <a:pt x="295275" y="66675"/>
                </a:lnTo>
                <a:lnTo>
                  <a:pt x="295275" y="57150"/>
                </a:lnTo>
                <a:lnTo>
                  <a:pt x="314325" y="57150"/>
                </a:lnTo>
                <a:lnTo>
                  <a:pt x="314325" y="47625"/>
                </a:lnTo>
                <a:lnTo>
                  <a:pt x="323850" y="47625"/>
                </a:lnTo>
                <a:lnTo>
                  <a:pt x="323850" y="57150"/>
                </a:lnTo>
                <a:lnTo>
                  <a:pt x="333375" y="57150"/>
                </a:lnTo>
                <a:lnTo>
                  <a:pt x="333375" y="66675"/>
                </a:lnTo>
                <a:lnTo>
                  <a:pt x="342900" y="66675"/>
                </a:lnTo>
                <a:lnTo>
                  <a:pt x="342900" y="76200"/>
                </a:lnTo>
                <a:lnTo>
                  <a:pt x="352425" y="76200"/>
                </a:lnTo>
                <a:lnTo>
                  <a:pt x="352425" y="85725"/>
                </a:lnTo>
                <a:lnTo>
                  <a:pt x="361950" y="85725"/>
                </a:lnTo>
                <a:lnTo>
                  <a:pt x="361950" y="95250"/>
                </a:lnTo>
                <a:lnTo>
                  <a:pt x="371475" y="95250"/>
                </a:lnTo>
                <a:lnTo>
                  <a:pt x="371475" y="104775"/>
                </a:lnTo>
                <a:lnTo>
                  <a:pt x="361950" y="104775"/>
                </a:lnTo>
                <a:lnTo>
                  <a:pt x="361950" y="114300"/>
                </a:lnTo>
                <a:lnTo>
                  <a:pt x="352425" y="114300"/>
                </a:lnTo>
                <a:lnTo>
                  <a:pt x="352425" y="152400"/>
                </a:lnTo>
                <a:lnTo>
                  <a:pt x="361950" y="152400"/>
                </a:lnTo>
                <a:lnTo>
                  <a:pt x="361950" y="161925"/>
                </a:lnTo>
                <a:lnTo>
                  <a:pt x="371475" y="161925"/>
                </a:lnTo>
                <a:lnTo>
                  <a:pt x="371475" y="171450"/>
                </a:lnTo>
                <a:lnTo>
                  <a:pt x="390525" y="171450"/>
                </a:lnTo>
                <a:lnTo>
                  <a:pt x="390525" y="180975"/>
                </a:lnTo>
                <a:lnTo>
                  <a:pt x="400050" y="180975"/>
                </a:lnTo>
                <a:lnTo>
                  <a:pt x="400050" y="228600"/>
                </a:lnTo>
                <a:lnTo>
                  <a:pt x="390525" y="228600"/>
                </a:lnTo>
                <a:lnTo>
                  <a:pt x="390525" y="238125"/>
                </a:lnTo>
                <a:lnTo>
                  <a:pt x="361950" y="238125"/>
                </a:lnTo>
                <a:lnTo>
                  <a:pt x="361950" y="247650"/>
                </a:lnTo>
                <a:lnTo>
                  <a:pt x="352425" y="247650"/>
                </a:lnTo>
                <a:lnTo>
                  <a:pt x="352425" y="285750"/>
                </a:lnTo>
                <a:lnTo>
                  <a:pt x="361950" y="285750"/>
                </a:lnTo>
                <a:lnTo>
                  <a:pt x="361950" y="314325"/>
                </a:lnTo>
                <a:lnTo>
                  <a:pt x="352425" y="314325"/>
                </a:lnTo>
                <a:lnTo>
                  <a:pt x="352425" y="323850"/>
                </a:lnTo>
                <a:lnTo>
                  <a:pt x="342900" y="323850"/>
                </a:lnTo>
                <a:lnTo>
                  <a:pt x="342900" y="333375"/>
                </a:lnTo>
                <a:lnTo>
                  <a:pt x="333375" y="333375"/>
                </a:lnTo>
                <a:lnTo>
                  <a:pt x="333375" y="342900"/>
                </a:lnTo>
                <a:lnTo>
                  <a:pt x="323850" y="342900"/>
                </a:lnTo>
                <a:lnTo>
                  <a:pt x="323850" y="352425"/>
                </a:lnTo>
                <a:lnTo>
                  <a:pt x="314325" y="352425"/>
                </a:lnTo>
                <a:lnTo>
                  <a:pt x="314325" y="342900"/>
                </a:lnTo>
                <a:lnTo>
                  <a:pt x="295275" y="342900"/>
                </a:lnTo>
                <a:lnTo>
                  <a:pt x="295275" y="333375"/>
                </a:lnTo>
                <a:lnTo>
                  <a:pt x="276225" y="333375"/>
                </a:lnTo>
                <a:lnTo>
                  <a:pt x="276225" y="342900"/>
                </a:lnTo>
                <a:lnTo>
                  <a:pt x="257175" y="342900"/>
                </a:lnTo>
                <a:lnTo>
                  <a:pt x="257175" y="381000"/>
                </a:lnTo>
                <a:lnTo>
                  <a:pt x="238125" y="381000"/>
                </a:lnTo>
                <a:lnTo>
                  <a:pt x="238125" y="390525"/>
                </a:lnTo>
                <a:lnTo>
                  <a:pt x="209550" y="390525"/>
                </a:lnTo>
                <a:lnTo>
                  <a:pt x="209550" y="381000"/>
                </a:lnTo>
                <a:lnTo>
                  <a:pt x="180975" y="381000"/>
                </a:lnTo>
                <a:lnTo>
                  <a:pt x="180975" y="342900"/>
                </a:lnTo>
                <a:lnTo>
                  <a:pt x="171450" y="342900"/>
                </a:lnTo>
                <a:lnTo>
                  <a:pt x="171450" y="333375"/>
                </a:lnTo>
                <a:lnTo>
                  <a:pt x="142875" y="333375"/>
                </a:lnTo>
                <a:lnTo>
                  <a:pt x="142875" y="342900"/>
                </a:lnTo>
                <a:lnTo>
                  <a:pt x="133350" y="342900"/>
                </a:lnTo>
                <a:lnTo>
                  <a:pt x="133350" y="352425"/>
                </a:lnTo>
                <a:lnTo>
                  <a:pt x="114300" y="352425"/>
                </a:lnTo>
                <a:lnTo>
                  <a:pt x="114300" y="342900"/>
                </a:lnTo>
                <a:lnTo>
                  <a:pt x="104775" y="342900"/>
                </a:lnTo>
                <a:lnTo>
                  <a:pt x="104775" y="333375"/>
                </a:lnTo>
                <a:lnTo>
                  <a:pt x="95250" y="333375"/>
                </a:lnTo>
                <a:lnTo>
                  <a:pt x="95250" y="323850"/>
                </a:lnTo>
                <a:lnTo>
                  <a:pt x="85725" y="323850"/>
                </a:lnTo>
                <a:lnTo>
                  <a:pt x="85725" y="314325"/>
                </a:lnTo>
                <a:lnTo>
                  <a:pt x="76200" y="314325"/>
                </a:lnTo>
                <a:lnTo>
                  <a:pt x="76200" y="285750"/>
                </a:lnTo>
                <a:lnTo>
                  <a:pt x="85725" y="285750"/>
                </a:lnTo>
                <a:lnTo>
                  <a:pt x="85725" y="276225"/>
                </a:lnTo>
                <a:lnTo>
                  <a:pt x="95250" y="276225"/>
                </a:lnTo>
                <a:lnTo>
                  <a:pt x="95250" y="257175"/>
                </a:lnTo>
                <a:lnTo>
                  <a:pt x="85725" y="257175"/>
                </a:lnTo>
                <a:lnTo>
                  <a:pt x="85725" y="247650"/>
                </a:lnTo>
                <a:lnTo>
                  <a:pt x="76200" y="247650"/>
                </a:lnTo>
                <a:lnTo>
                  <a:pt x="76200" y="238125"/>
                </a:lnTo>
                <a:lnTo>
                  <a:pt x="47625" y="238125"/>
                </a:lnTo>
                <a:lnTo>
                  <a:pt x="47625" y="228600"/>
                </a:lnTo>
                <a:lnTo>
                  <a:pt x="38100" y="228600"/>
                </a:lnTo>
                <a:lnTo>
                  <a:pt x="38100" y="171450"/>
                </a:lnTo>
                <a:lnTo>
                  <a:pt x="57150" y="171450"/>
                </a:lnTo>
                <a:lnTo>
                  <a:pt x="57150" y="161925"/>
                </a:lnTo>
                <a:close/>
                <a:moveTo>
                  <a:pt x="171450" y="247650"/>
                </a:moveTo>
                <a:lnTo>
                  <a:pt x="180975" y="247650"/>
                </a:lnTo>
                <a:lnTo>
                  <a:pt x="180975" y="257175"/>
                </a:lnTo>
                <a:lnTo>
                  <a:pt x="200025" y="257175"/>
                </a:lnTo>
                <a:lnTo>
                  <a:pt x="200025" y="266700"/>
                </a:lnTo>
                <a:lnTo>
                  <a:pt x="238125" y="266700"/>
                </a:lnTo>
                <a:lnTo>
                  <a:pt x="238125" y="257175"/>
                </a:lnTo>
                <a:lnTo>
                  <a:pt x="257175" y="257175"/>
                </a:lnTo>
                <a:lnTo>
                  <a:pt x="257175" y="247650"/>
                </a:lnTo>
                <a:lnTo>
                  <a:pt x="266700" y="247650"/>
                </a:lnTo>
                <a:lnTo>
                  <a:pt x="266700" y="228600"/>
                </a:lnTo>
                <a:lnTo>
                  <a:pt x="276225" y="228600"/>
                </a:lnTo>
                <a:lnTo>
                  <a:pt x="276225" y="161925"/>
                </a:lnTo>
                <a:lnTo>
                  <a:pt x="266700" y="161925"/>
                </a:lnTo>
                <a:lnTo>
                  <a:pt x="266700" y="152400"/>
                </a:lnTo>
                <a:lnTo>
                  <a:pt x="257175" y="152400"/>
                </a:lnTo>
                <a:lnTo>
                  <a:pt x="257175" y="142875"/>
                </a:lnTo>
                <a:lnTo>
                  <a:pt x="238125" y="142875"/>
                </a:lnTo>
                <a:lnTo>
                  <a:pt x="238125" y="133350"/>
                </a:lnTo>
                <a:lnTo>
                  <a:pt x="200025" y="133350"/>
                </a:lnTo>
                <a:lnTo>
                  <a:pt x="200025" y="142875"/>
                </a:lnTo>
                <a:lnTo>
                  <a:pt x="180975" y="142875"/>
                </a:lnTo>
                <a:lnTo>
                  <a:pt x="180975" y="152400"/>
                </a:lnTo>
                <a:lnTo>
                  <a:pt x="171450" y="152400"/>
                </a:lnTo>
                <a:lnTo>
                  <a:pt x="171450" y="161925"/>
                </a:lnTo>
                <a:lnTo>
                  <a:pt x="161925" y="161925"/>
                </a:lnTo>
                <a:lnTo>
                  <a:pt x="161925" y="238125"/>
                </a:lnTo>
                <a:lnTo>
                  <a:pt x="171450" y="238125"/>
                </a:lnTo>
                <a:close/>
                <a:moveTo>
                  <a:pt x="304800" y="304800"/>
                </a:moveTo>
                <a:lnTo>
                  <a:pt x="304800" y="314325"/>
                </a:lnTo>
                <a:lnTo>
                  <a:pt x="323850" y="314325"/>
                </a:lnTo>
                <a:lnTo>
                  <a:pt x="323850" y="304800"/>
                </a:lnTo>
                <a:lnTo>
                  <a:pt x="333375" y="304800"/>
                </a:lnTo>
                <a:lnTo>
                  <a:pt x="333375" y="295275"/>
                </a:lnTo>
                <a:lnTo>
                  <a:pt x="323850" y="295275"/>
                </a:lnTo>
                <a:lnTo>
                  <a:pt x="323850" y="285750"/>
                </a:lnTo>
                <a:lnTo>
                  <a:pt x="314325" y="285750"/>
                </a:lnTo>
                <a:lnTo>
                  <a:pt x="314325" y="257175"/>
                </a:lnTo>
                <a:lnTo>
                  <a:pt x="323850" y="257175"/>
                </a:lnTo>
                <a:lnTo>
                  <a:pt x="323850" y="238125"/>
                </a:lnTo>
                <a:lnTo>
                  <a:pt x="333375" y="238125"/>
                </a:lnTo>
                <a:lnTo>
                  <a:pt x="333375" y="219075"/>
                </a:lnTo>
                <a:lnTo>
                  <a:pt x="361950" y="219075"/>
                </a:lnTo>
                <a:lnTo>
                  <a:pt x="361950" y="209550"/>
                </a:lnTo>
                <a:lnTo>
                  <a:pt x="371475" y="209550"/>
                </a:lnTo>
                <a:lnTo>
                  <a:pt x="371475" y="190500"/>
                </a:lnTo>
                <a:lnTo>
                  <a:pt x="342900" y="190500"/>
                </a:lnTo>
                <a:lnTo>
                  <a:pt x="342900" y="180975"/>
                </a:lnTo>
                <a:lnTo>
                  <a:pt x="333375" y="180975"/>
                </a:lnTo>
                <a:lnTo>
                  <a:pt x="333375" y="161925"/>
                </a:lnTo>
                <a:lnTo>
                  <a:pt x="323850" y="161925"/>
                </a:lnTo>
                <a:lnTo>
                  <a:pt x="323850" y="114300"/>
                </a:lnTo>
                <a:lnTo>
                  <a:pt x="333375" y="114300"/>
                </a:lnTo>
                <a:lnTo>
                  <a:pt x="333375" y="95250"/>
                </a:lnTo>
                <a:lnTo>
                  <a:pt x="323850" y="95250"/>
                </a:lnTo>
                <a:lnTo>
                  <a:pt x="323850" y="85725"/>
                </a:lnTo>
                <a:lnTo>
                  <a:pt x="304800" y="85725"/>
                </a:lnTo>
                <a:lnTo>
                  <a:pt x="304800" y="95250"/>
                </a:lnTo>
                <a:lnTo>
                  <a:pt x="266700" y="95250"/>
                </a:lnTo>
                <a:lnTo>
                  <a:pt x="266700" y="85725"/>
                </a:lnTo>
                <a:lnTo>
                  <a:pt x="247650" y="85725"/>
                </a:lnTo>
                <a:lnTo>
                  <a:pt x="247650" y="76200"/>
                </a:lnTo>
                <a:lnTo>
                  <a:pt x="238125" y="76200"/>
                </a:lnTo>
                <a:lnTo>
                  <a:pt x="238125" y="47625"/>
                </a:lnTo>
                <a:lnTo>
                  <a:pt x="200025" y="47625"/>
                </a:lnTo>
                <a:lnTo>
                  <a:pt x="200025" y="76200"/>
                </a:lnTo>
                <a:lnTo>
                  <a:pt x="190500" y="76200"/>
                </a:lnTo>
                <a:lnTo>
                  <a:pt x="190500" y="85725"/>
                </a:lnTo>
                <a:lnTo>
                  <a:pt x="171450" y="85725"/>
                </a:lnTo>
                <a:lnTo>
                  <a:pt x="171450" y="95250"/>
                </a:lnTo>
                <a:lnTo>
                  <a:pt x="152400" y="95250"/>
                </a:lnTo>
                <a:lnTo>
                  <a:pt x="152400" y="104775"/>
                </a:lnTo>
                <a:lnTo>
                  <a:pt x="142875" y="104775"/>
                </a:lnTo>
                <a:lnTo>
                  <a:pt x="142875" y="95250"/>
                </a:lnTo>
                <a:lnTo>
                  <a:pt x="133350" y="95250"/>
                </a:lnTo>
                <a:lnTo>
                  <a:pt x="1333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4775" y="95250"/>
                </a:lnTo>
                <a:lnTo>
                  <a:pt x="104775" y="114300"/>
                </a:lnTo>
                <a:lnTo>
                  <a:pt x="114300" y="114300"/>
                </a:lnTo>
                <a:lnTo>
                  <a:pt x="114300" y="123825"/>
                </a:lnTo>
                <a:lnTo>
                  <a:pt x="123825" y="123825"/>
                </a:lnTo>
                <a:lnTo>
                  <a:pt x="123825" y="142875"/>
                </a:lnTo>
                <a:lnTo>
                  <a:pt x="114300" y="142875"/>
                </a:lnTo>
                <a:lnTo>
                  <a:pt x="114300" y="161925"/>
                </a:lnTo>
                <a:lnTo>
                  <a:pt x="104775" y="161925"/>
                </a:lnTo>
                <a:lnTo>
                  <a:pt x="104775" y="180975"/>
                </a:lnTo>
                <a:lnTo>
                  <a:pt x="95250" y="180975"/>
                </a:lnTo>
                <a:lnTo>
                  <a:pt x="95250" y="190500"/>
                </a:lnTo>
                <a:lnTo>
                  <a:pt x="66675" y="190500"/>
                </a:lnTo>
                <a:lnTo>
                  <a:pt x="66675" y="209550"/>
                </a:lnTo>
                <a:lnTo>
                  <a:pt x="76200" y="209550"/>
                </a:lnTo>
                <a:lnTo>
                  <a:pt x="76200" y="219075"/>
                </a:lnTo>
                <a:lnTo>
                  <a:pt x="104775" y="219075"/>
                </a:lnTo>
                <a:lnTo>
                  <a:pt x="104775" y="238125"/>
                </a:lnTo>
                <a:lnTo>
                  <a:pt x="114300" y="238125"/>
                </a:lnTo>
                <a:lnTo>
                  <a:pt x="114300" y="257175"/>
                </a:lnTo>
                <a:lnTo>
                  <a:pt x="123825" y="257175"/>
                </a:lnTo>
                <a:lnTo>
                  <a:pt x="123825" y="276225"/>
                </a:lnTo>
                <a:lnTo>
                  <a:pt x="114300" y="276225"/>
                </a:lnTo>
                <a:lnTo>
                  <a:pt x="114300" y="285750"/>
                </a:lnTo>
                <a:lnTo>
                  <a:pt x="104775" y="285750"/>
                </a:lnTo>
                <a:lnTo>
                  <a:pt x="104775" y="304800"/>
                </a:lnTo>
                <a:lnTo>
                  <a:pt x="114300" y="304800"/>
                </a:lnTo>
                <a:lnTo>
                  <a:pt x="114300" y="314325"/>
                </a:lnTo>
                <a:lnTo>
                  <a:pt x="133350" y="314325"/>
                </a:lnTo>
                <a:lnTo>
                  <a:pt x="133350" y="304800"/>
                </a:lnTo>
                <a:lnTo>
                  <a:pt x="152400" y="304800"/>
                </a:lnTo>
                <a:lnTo>
                  <a:pt x="152400" y="295275"/>
                </a:lnTo>
                <a:lnTo>
                  <a:pt x="161925" y="295275"/>
                </a:lnTo>
                <a:lnTo>
                  <a:pt x="161925" y="304800"/>
                </a:lnTo>
                <a:lnTo>
                  <a:pt x="171450" y="304800"/>
                </a:lnTo>
                <a:lnTo>
                  <a:pt x="171450" y="314325"/>
                </a:lnTo>
                <a:lnTo>
                  <a:pt x="200025" y="314325"/>
                </a:lnTo>
                <a:lnTo>
                  <a:pt x="200025" y="352425"/>
                </a:lnTo>
                <a:lnTo>
                  <a:pt x="209550" y="352425"/>
                </a:lnTo>
                <a:lnTo>
                  <a:pt x="209550" y="361950"/>
                </a:lnTo>
                <a:lnTo>
                  <a:pt x="228600" y="361950"/>
                </a:lnTo>
                <a:lnTo>
                  <a:pt x="228600" y="352425"/>
                </a:lnTo>
                <a:lnTo>
                  <a:pt x="238125" y="352425"/>
                </a:lnTo>
                <a:lnTo>
                  <a:pt x="238125" y="314325"/>
                </a:lnTo>
                <a:lnTo>
                  <a:pt x="266700" y="314325"/>
                </a:lnTo>
                <a:lnTo>
                  <a:pt x="266700" y="304800"/>
                </a:lnTo>
                <a:close/>
                <a:moveTo>
                  <a:pt x="142875" y="238125"/>
                </a:moveTo>
                <a:lnTo>
                  <a:pt x="133350" y="238125"/>
                </a:lnTo>
                <a:lnTo>
                  <a:pt x="133350" y="161925"/>
                </a:lnTo>
                <a:lnTo>
                  <a:pt x="142875" y="161925"/>
                </a:lnTo>
                <a:lnTo>
                  <a:pt x="142875" y="142875"/>
                </a:lnTo>
                <a:lnTo>
                  <a:pt x="152400" y="142875"/>
                </a:lnTo>
                <a:lnTo>
                  <a:pt x="152400" y="133350"/>
                </a:lnTo>
                <a:lnTo>
                  <a:pt x="161925" y="133350"/>
                </a:lnTo>
                <a:lnTo>
                  <a:pt x="161925" y="123825"/>
                </a:lnTo>
                <a:lnTo>
                  <a:pt x="171450" y="123825"/>
                </a:lnTo>
                <a:lnTo>
                  <a:pt x="171450" y="114300"/>
                </a:lnTo>
                <a:lnTo>
                  <a:pt x="190500" y="114300"/>
                </a:lnTo>
                <a:lnTo>
                  <a:pt x="190500" y="104775"/>
                </a:lnTo>
                <a:lnTo>
                  <a:pt x="238125" y="104775"/>
                </a:lnTo>
                <a:lnTo>
                  <a:pt x="238125" y="114300"/>
                </a:lnTo>
                <a:lnTo>
                  <a:pt x="266700" y="114300"/>
                </a:lnTo>
                <a:lnTo>
                  <a:pt x="266700" y="123825"/>
                </a:lnTo>
                <a:lnTo>
                  <a:pt x="276225" y="123825"/>
                </a:lnTo>
                <a:lnTo>
                  <a:pt x="276225" y="133350"/>
                </a:lnTo>
                <a:lnTo>
                  <a:pt x="285750" y="133350"/>
                </a:lnTo>
                <a:lnTo>
                  <a:pt x="285750" y="142875"/>
                </a:lnTo>
                <a:lnTo>
                  <a:pt x="295275" y="142875"/>
                </a:lnTo>
                <a:lnTo>
                  <a:pt x="295275" y="161925"/>
                </a:lnTo>
                <a:lnTo>
                  <a:pt x="304800" y="161925"/>
                </a:lnTo>
                <a:lnTo>
                  <a:pt x="304800" y="238125"/>
                </a:lnTo>
                <a:lnTo>
                  <a:pt x="295275" y="238125"/>
                </a:lnTo>
                <a:lnTo>
                  <a:pt x="295275" y="257175"/>
                </a:lnTo>
                <a:lnTo>
                  <a:pt x="285750" y="257175"/>
                </a:lnTo>
                <a:lnTo>
                  <a:pt x="285750" y="266700"/>
                </a:lnTo>
                <a:lnTo>
                  <a:pt x="276225" y="266700"/>
                </a:lnTo>
                <a:lnTo>
                  <a:pt x="276225" y="276225"/>
                </a:lnTo>
                <a:lnTo>
                  <a:pt x="266700" y="276225"/>
                </a:lnTo>
                <a:lnTo>
                  <a:pt x="266700" y="285750"/>
                </a:lnTo>
                <a:lnTo>
                  <a:pt x="238125" y="285750"/>
                </a:lnTo>
                <a:lnTo>
                  <a:pt x="238125" y="295275"/>
                </a:lnTo>
                <a:lnTo>
                  <a:pt x="200025" y="295275"/>
                </a:lnTo>
                <a:lnTo>
                  <a:pt x="200025" y="285750"/>
                </a:lnTo>
                <a:lnTo>
                  <a:pt x="171450" y="285750"/>
                </a:lnTo>
                <a:lnTo>
                  <a:pt x="171450" y="276225"/>
                </a:lnTo>
                <a:lnTo>
                  <a:pt x="161925" y="276225"/>
                </a:lnTo>
                <a:lnTo>
                  <a:pt x="161925" y="266700"/>
                </a:lnTo>
                <a:lnTo>
                  <a:pt x="152400" y="266700"/>
                </a:lnTo>
                <a:lnTo>
                  <a:pt x="152400" y="257175"/>
                </a:lnTo>
                <a:lnTo>
                  <a:pt x="142875" y="257175"/>
                </a:lnTo>
                <a:close/>
                <a:moveTo>
                  <a:pt x="428625" y="409575"/>
                </a:moveTo>
                <a:lnTo>
                  <a:pt x="438150" y="409575"/>
                </a:lnTo>
                <a:lnTo>
                  <a:pt x="438150" y="400050"/>
                </a:lnTo>
                <a:lnTo>
                  <a:pt x="447675" y="400050"/>
                </a:lnTo>
                <a:lnTo>
                  <a:pt x="447675" y="419100"/>
                </a:lnTo>
                <a:lnTo>
                  <a:pt x="428625" y="419100"/>
                </a:lnTo>
                <a:close/>
                <a:moveTo>
                  <a:pt x="0" y="409575"/>
                </a:moveTo>
                <a:lnTo>
                  <a:pt x="9525" y="409575"/>
                </a:lnTo>
                <a:lnTo>
                  <a:pt x="9525" y="419100"/>
                </a:lnTo>
                <a:lnTo>
                  <a:pt x="0" y="419100"/>
                </a:lnTo>
                <a:close/>
              </a:path>
            </a:pathLst>
          </a:custGeom>
          <a:solidFill>
            <a:srgbClr val="00560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puzzle editable icon">
            <a:extLst>
              <a:ext uri="{FF2B5EF4-FFF2-40B4-BE49-F238E27FC236}">
                <a16:creationId xmlns:a16="http://schemas.microsoft.com/office/drawing/2014/main" id="{C174D269-E97B-46F5-ACAA-F5B7C1AFF3BC}"/>
              </a:ext>
            </a:extLst>
          </p:cNvPr>
          <p:cNvSpPr>
            <a:spLocks noGrp="1"/>
          </p:cNvSpPr>
          <p:nvPr/>
        </p:nvSpPr>
        <p:spPr>
          <a:xfrm>
            <a:off x="7896225" y="5695950"/>
            <a:ext cx="466725" cy="485775"/>
          </a:xfrm>
          <a:custGeom>
            <a:avLst/>
            <a:gdLst/>
            <a:ahLst/>
            <a:cxnLst/>
            <a:rect l="0" t="0" r="0" b="0"/>
            <a:pathLst>
              <a:path w="466725" h="485775">
                <a:moveTo>
                  <a:pt x="333375" y="228600"/>
                </a:moveTo>
                <a:lnTo>
                  <a:pt x="333375" y="190500"/>
                </a:lnTo>
                <a:lnTo>
                  <a:pt x="323850" y="190500"/>
                </a:lnTo>
                <a:lnTo>
                  <a:pt x="323850" y="152400"/>
                </a:lnTo>
                <a:lnTo>
                  <a:pt x="333375" y="152400"/>
                </a:lnTo>
                <a:lnTo>
                  <a:pt x="333375" y="142875"/>
                </a:lnTo>
                <a:lnTo>
                  <a:pt x="323850" y="142875"/>
                </a:lnTo>
                <a:lnTo>
                  <a:pt x="323850" y="133350"/>
                </a:lnTo>
                <a:lnTo>
                  <a:pt x="247650" y="133350"/>
                </a:lnTo>
                <a:lnTo>
                  <a:pt x="247650" y="123825"/>
                </a:lnTo>
                <a:lnTo>
                  <a:pt x="238125" y="123825"/>
                </a:lnTo>
                <a:lnTo>
                  <a:pt x="238125" y="95250"/>
                </a:lnTo>
                <a:lnTo>
                  <a:pt x="247650" y="95250"/>
                </a:lnTo>
                <a:lnTo>
                  <a:pt x="247650" y="85725"/>
                </a:lnTo>
                <a:lnTo>
                  <a:pt x="238125" y="85725"/>
                </a:lnTo>
                <a:lnTo>
                  <a:pt x="238125" y="66675"/>
                </a:lnTo>
                <a:lnTo>
                  <a:pt x="209550" y="66675"/>
                </a:lnTo>
                <a:lnTo>
                  <a:pt x="209550" y="76200"/>
                </a:lnTo>
                <a:lnTo>
                  <a:pt x="200025" y="76200"/>
                </a:lnTo>
                <a:lnTo>
                  <a:pt x="200025" y="133350"/>
                </a:lnTo>
                <a:lnTo>
                  <a:pt x="95250" y="133350"/>
                </a:lnTo>
                <a:lnTo>
                  <a:pt x="95250" y="200025"/>
                </a:lnTo>
                <a:lnTo>
                  <a:pt x="142875" y="200025"/>
                </a:lnTo>
                <a:lnTo>
                  <a:pt x="142875" y="209550"/>
                </a:lnTo>
                <a:lnTo>
                  <a:pt x="152400" y="209550"/>
                </a:lnTo>
                <a:lnTo>
                  <a:pt x="152400" y="219075"/>
                </a:lnTo>
                <a:lnTo>
                  <a:pt x="161925" y="219075"/>
                </a:lnTo>
                <a:lnTo>
                  <a:pt x="161925" y="238125"/>
                </a:lnTo>
                <a:lnTo>
                  <a:pt x="171450" y="238125"/>
                </a:lnTo>
                <a:lnTo>
                  <a:pt x="171450" y="257175"/>
                </a:lnTo>
                <a:lnTo>
                  <a:pt x="161925" y="257175"/>
                </a:lnTo>
                <a:lnTo>
                  <a:pt x="161925" y="285750"/>
                </a:lnTo>
                <a:lnTo>
                  <a:pt x="152400" y="285750"/>
                </a:lnTo>
                <a:lnTo>
                  <a:pt x="152400" y="295275"/>
                </a:lnTo>
                <a:lnTo>
                  <a:pt x="142875" y="295275"/>
                </a:lnTo>
                <a:lnTo>
                  <a:pt x="142875" y="304800"/>
                </a:lnTo>
                <a:lnTo>
                  <a:pt x="95250" y="304800"/>
                </a:lnTo>
                <a:lnTo>
                  <a:pt x="95250" y="390525"/>
                </a:lnTo>
                <a:lnTo>
                  <a:pt x="171450" y="390525"/>
                </a:lnTo>
                <a:lnTo>
                  <a:pt x="171450" y="333375"/>
                </a:lnTo>
                <a:lnTo>
                  <a:pt x="180975" y="333375"/>
                </a:lnTo>
                <a:lnTo>
                  <a:pt x="180975" y="323850"/>
                </a:lnTo>
                <a:lnTo>
                  <a:pt x="190500" y="323850"/>
                </a:lnTo>
                <a:lnTo>
                  <a:pt x="190500" y="314325"/>
                </a:lnTo>
                <a:lnTo>
                  <a:pt x="247650" y="314325"/>
                </a:lnTo>
                <a:lnTo>
                  <a:pt x="247650" y="323850"/>
                </a:lnTo>
                <a:lnTo>
                  <a:pt x="257175" y="323850"/>
                </a:lnTo>
                <a:lnTo>
                  <a:pt x="257175" y="333375"/>
                </a:lnTo>
                <a:lnTo>
                  <a:pt x="266700" y="333375"/>
                </a:lnTo>
                <a:lnTo>
                  <a:pt x="266700" y="352425"/>
                </a:lnTo>
                <a:lnTo>
                  <a:pt x="276225" y="352425"/>
                </a:lnTo>
                <a:lnTo>
                  <a:pt x="276225" y="381000"/>
                </a:lnTo>
                <a:lnTo>
                  <a:pt x="266700" y="381000"/>
                </a:lnTo>
                <a:lnTo>
                  <a:pt x="266700" y="390525"/>
                </a:lnTo>
                <a:lnTo>
                  <a:pt x="333375" y="390525"/>
                </a:lnTo>
                <a:lnTo>
                  <a:pt x="333375" y="276225"/>
                </a:lnTo>
                <a:lnTo>
                  <a:pt x="390525" y="276225"/>
                </a:lnTo>
                <a:lnTo>
                  <a:pt x="390525" y="266700"/>
                </a:lnTo>
                <a:lnTo>
                  <a:pt x="400050" y="266700"/>
                </a:lnTo>
                <a:lnTo>
                  <a:pt x="400050" y="247650"/>
                </a:lnTo>
                <a:lnTo>
                  <a:pt x="390525" y="247650"/>
                </a:lnTo>
                <a:lnTo>
                  <a:pt x="390525" y="228600"/>
                </a:lnTo>
                <a:close/>
                <a:moveTo>
                  <a:pt x="66675" y="123825"/>
                </a:moveTo>
                <a:lnTo>
                  <a:pt x="76200" y="123825"/>
                </a:lnTo>
                <a:lnTo>
                  <a:pt x="76200" y="114300"/>
                </a:lnTo>
                <a:lnTo>
                  <a:pt x="85725" y="114300"/>
                </a:lnTo>
                <a:lnTo>
                  <a:pt x="85725" y="104775"/>
                </a:lnTo>
                <a:lnTo>
                  <a:pt x="171450" y="104775"/>
                </a:lnTo>
                <a:lnTo>
                  <a:pt x="171450" y="66675"/>
                </a:lnTo>
                <a:lnTo>
                  <a:pt x="180975" y="66675"/>
                </a:lnTo>
                <a:lnTo>
                  <a:pt x="180975" y="57150"/>
                </a:lnTo>
                <a:lnTo>
                  <a:pt x="190500" y="57150"/>
                </a:lnTo>
                <a:lnTo>
                  <a:pt x="190500" y="47625"/>
                </a:lnTo>
                <a:lnTo>
                  <a:pt x="200025" y="47625"/>
                </a:lnTo>
                <a:lnTo>
                  <a:pt x="200025" y="38100"/>
                </a:lnTo>
                <a:lnTo>
                  <a:pt x="238125" y="38100"/>
                </a:lnTo>
                <a:lnTo>
                  <a:pt x="238125" y="47625"/>
                </a:lnTo>
                <a:lnTo>
                  <a:pt x="257175" y="47625"/>
                </a:lnTo>
                <a:lnTo>
                  <a:pt x="257175" y="57150"/>
                </a:lnTo>
                <a:lnTo>
                  <a:pt x="266700" y="57150"/>
                </a:lnTo>
                <a:lnTo>
                  <a:pt x="266700" y="104775"/>
                </a:lnTo>
                <a:lnTo>
                  <a:pt x="342900" y="104775"/>
                </a:lnTo>
                <a:lnTo>
                  <a:pt x="342900" y="114300"/>
                </a:lnTo>
                <a:lnTo>
                  <a:pt x="352425" y="114300"/>
                </a:lnTo>
                <a:lnTo>
                  <a:pt x="352425" y="200025"/>
                </a:lnTo>
                <a:lnTo>
                  <a:pt x="400050" y="200025"/>
                </a:lnTo>
                <a:lnTo>
                  <a:pt x="400050" y="209550"/>
                </a:lnTo>
                <a:lnTo>
                  <a:pt x="409575" y="209550"/>
                </a:lnTo>
                <a:lnTo>
                  <a:pt x="409575" y="219075"/>
                </a:lnTo>
                <a:lnTo>
                  <a:pt x="419100" y="219075"/>
                </a:lnTo>
                <a:lnTo>
                  <a:pt x="419100" y="285750"/>
                </a:lnTo>
                <a:lnTo>
                  <a:pt x="409575" y="285750"/>
                </a:lnTo>
                <a:lnTo>
                  <a:pt x="409575" y="295275"/>
                </a:lnTo>
                <a:lnTo>
                  <a:pt x="400050" y="295275"/>
                </a:lnTo>
                <a:lnTo>
                  <a:pt x="400050" y="304800"/>
                </a:lnTo>
                <a:lnTo>
                  <a:pt x="361950" y="304800"/>
                </a:lnTo>
                <a:lnTo>
                  <a:pt x="361950" y="314325"/>
                </a:lnTo>
                <a:lnTo>
                  <a:pt x="352425" y="314325"/>
                </a:lnTo>
                <a:lnTo>
                  <a:pt x="352425" y="390525"/>
                </a:lnTo>
                <a:lnTo>
                  <a:pt x="361950" y="390525"/>
                </a:lnTo>
                <a:lnTo>
                  <a:pt x="361950" y="400050"/>
                </a:lnTo>
                <a:lnTo>
                  <a:pt x="352425" y="400050"/>
                </a:lnTo>
                <a:lnTo>
                  <a:pt x="352425" y="419100"/>
                </a:lnTo>
                <a:lnTo>
                  <a:pt x="247650" y="419100"/>
                </a:lnTo>
                <a:lnTo>
                  <a:pt x="247650" y="409575"/>
                </a:lnTo>
                <a:lnTo>
                  <a:pt x="238125" y="409575"/>
                </a:lnTo>
                <a:lnTo>
                  <a:pt x="238125" y="390525"/>
                </a:lnTo>
                <a:lnTo>
                  <a:pt x="247650" y="390525"/>
                </a:lnTo>
                <a:lnTo>
                  <a:pt x="247650" y="352425"/>
                </a:lnTo>
                <a:lnTo>
                  <a:pt x="238125" y="352425"/>
                </a:lnTo>
                <a:lnTo>
                  <a:pt x="238125" y="342900"/>
                </a:lnTo>
                <a:lnTo>
                  <a:pt x="200025" y="342900"/>
                </a:lnTo>
                <a:lnTo>
                  <a:pt x="200025" y="352425"/>
                </a:lnTo>
                <a:lnTo>
                  <a:pt x="190500" y="352425"/>
                </a:lnTo>
                <a:lnTo>
                  <a:pt x="190500" y="381000"/>
                </a:lnTo>
                <a:lnTo>
                  <a:pt x="200025" y="381000"/>
                </a:lnTo>
                <a:lnTo>
                  <a:pt x="200025" y="409575"/>
                </a:lnTo>
                <a:lnTo>
                  <a:pt x="190500" y="409575"/>
                </a:lnTo>
                <a:lnTo>
                  <a:pt x="190500" y="419100"/>
                </a:lnTo>
                <a:lnTo>
                  <a:pt x="76200" y="419100"/>
                </a:lnTo>
                <a:lnTo>
                  <a:pt x="76200" y="409575"/>
                </a:lnTo>
                <a:lnTo>
                  <a:pt x="66675" y="409575"/>
                </a:lnTo>
                <a:lnTo>
                  <a:pt x="66675" y="285750"/>
                </a:lnTo>
                <a:lnTo>
                  <a:pt x="76200" y="285750"/>
                </a:lnTo>
                <a:lnTo>
                  <a:pt x="76200" y="276225"/>
                </a:lnTo>
                <a:lnTo>
                  <a:pt x="133350" y="276225"/>
                </a:lnTo>
                <a:lnTo>
                  <a:pt x="133350" y="228600"/>
                </a:lnTo>
                <a:lnTo>
                  <a:pt x="76200" y="228600"/>
                </a:lnTo>
                <a:lnTo>
                  <a:pt x="76200" y="219075"/>
                </a:lnTo>
                <a:lnTo>
                  <a:pt x="66675" y="219075"/>
                </a:lnTo>
                <a:close/>
                <a:moveTo>
                  <a:pt x="19050" y="476250"/>
                </a:moveTo>
                <a:lnTo>
                  <a:pt x="28575" y="476250"/>
                </a:lnTo>
                <a:lnTo>
                  <a:pt x="28575" y="485775"/>
                </a:lnTo>
                <a:lnTo>
                  <a:pt x="0" y="485775"/>
                </a:lnTo>
                <a:lnTo>
                  <a:pt x="0" y="457200"/>
                </a:lnTo>
                <a:lnTo>
                  <a:pt x="9525" y="457200"/>
                </a:lnTo>
                <a:lnTo>
                  <a:pt x="9525" y="466725"/>
                </a:lnTo>
                <a:lnTo>
                  <a:pt x="19050" y="466725"/>
                </a:lnTo>
                <a:close/>
                <a:moveTo>
                  <a:pt x="447675" y="457200"/>
                </a:moveTo>
                <a:lnTo>
                  <a:pt x="457200" y="457200"/>
                </a:lnTo>
                <a:lnTo>
                  <a:pt x="457200" y="447675"/>
                </a:lnTo>
                <a:lnTo>
                  <a:pt x="466725" y="447675"/>
                </a:lnTo>
                <a:lnTo>
                  <a:pt x="466725" y="476250"/>
                </a:lnTo>
                <a:lnTo>
                  <a:pt x="457200" y="476250"/>
                </a:lnTo>
                <a:lnTo>
                  <a:pt x="457200" y="485775"/>
                </a:lnTo>
                <a:lnTo>
                  <a:pt x="428625" y="485775"/>
                </a:lnTo>
                <a:lnTo>
                  <a:pt x="428625" y="476250"/>
                </a:lnTo>
                <a:lnTo>
                  <a:pt x="438150" y="476250"/>
                </a:lnTo>
                <a:lnTo>
                  <a:pt x="438150" y="466725"/>
                </a:lnTo>
                <a:lnTo>
                  <a:pt x="447675" y="466725"/>
                </a:lnTo>
                <a:close/>
                <a:moveTo>
                  <a:pt x="0" y="0"/>
                </a:moveTo>
                <a:lnTo>
                  <a:pt x="28575" y="0"/>
                </a:lnTo>
                <a:lnTo>
                  <a:pt x="28575" y="9525"/>
                </a:lnTo>
                <a:lnTo>
                  <a:pt x="19050" y="9525"/>
                </a:lnTo>
                <a:lnTo>
                  <a:pt x="19050" y="19050"/>
                </a:lnTo>
                <a:lnTo>
                  <a:pt x="9525" y="19050"/>
                </a:lnTo>
                <a:lnTo>
                  <a:pt x="9525" y="28575"/>
                </a:lnTo>
                <a:lnTo>
                  <a:pt x="0" y="28575"/>
                </a:lnTo>
                <a:close/>
                <a:moveTo>
                  <a:pt x="466725" y="47625"/>
                </a:moveTo>
                <a:lnTo>
                  <a:pt x="457200" y="47625"/>
                </a:lnTo>
                <a:lnTo>
                  <a:pt x="457200" y="28575"/>
                </a:lnTo>
                <a:lnTo>
                  <a:pt x="447675" y="28575"/>
                </a:lnTo>
                <a:lnTo>
                  <a:pt x="447675" y="19050"/>
                </a:lnTo>
                <a:lnTo>
                  <a:pt x="438150" y="19050"/>
                </a:lnTo>
                <a:lnTo>
                  <a:pt x="438150" y="9525"/>
                </a:lnTo>
                <a:lnTo>
                  <a:pt x="428625" y="9525"/>
                </a:lnTo>
                <a:lnTo>
                  <a:pt x="428625" y="0"/>
                </a:lnTo>
                <a:lnTo>
                  <a:pt x="457200" y="0"/>
                </a:lnTo>
                <a:lnTo>
                  <a:pt x="457200" y="9525"/>
                </a:lnTo>
                <a:lnTo>
                  <a:pt x="466725" y="9525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layers editable icon">
            <a:extLst>
              <a:ext uri="{FF2B5EF4-FFF2-40B4-BE49-F238E27FC236}">
                <a16:creationId xmlns:a16="http://schemas.microsoft.com/office/drawing/2014/main" id="{DAA50B01-46E8-426B-8A0E-48B7A4A446E1}"/>
              </a:ext>
            </a:extLst>
          </p:cNvPr>
          <p:cNvSpPr>
            <a:spLocks noGrp="1"/>
          </p:cNvSpPr>
          <p:nvPr/>
        </p:nvSpPr>
        <p:spPr>
          <a:xfrm>
            <a:off x="9458325" y="6000750"/>
            <a:ext cx="457200" cy="466725"/>
          </a:xfrm>
          <a:custGeom>
            <a:avLst/>
            <a:gdLst/>
            <a:ahLst/>
            <a:cxnLst/>
            <a:rect l="0" t="0" r="0" b="0"/>
            <a:pathLst>
              <a:path w="457200" h="466725">
                <a:moveTo>
                  <a:pt x="190500" y="85725"/>
                </a:moveTo>
                <a:lnTo>
                  <a:pt x="190500" y="76200"/>
                </a:lnTo>
                <a:lnTo>
                  <a:pt x="209550" y="76200"/>
                </a:lnTo>
                <a:lnTo>
                  <a:pt x="209550" y="66675"/>
                </a:lnTo>
                <a:lnTo>
                  <a:pt x="228600" y="66675"/>
                </a:lnTo>
                <a:lnTo>
                  <a:pt x="228600" y="57150"/>
                </a:lnTo>
                <a:lnTo>
                  <a:pt x="238125" y="57150"/>
                </a:lnTo>
                <a:lnTo>
                  <a:pt x="238125" y="66675"/>
                </a:lnTo>
                <a:lnTo>
                  <a:pt x="247650" y="66675"/>
                </a:lnTo>
                <a:lnTo>
                  <a:pt x="247650" y="76200"/>
                </a:lnTo>
                <a:lnTo>
                  <a:pt x="266700" y="76200"/>
                </a:lnTo>
                <a:lnTo>
                  <a:pt x="266700" y="85725"/>
                </a:lnTo>
                <a:lnTo>
                  <a:pt x="285750" y="85725"/>
                </a:lnTo>
                <a:lnTo>
                  <a:pt x="285750" y="95250"/>
                </a:lnTo>
                <a:lnTo>
                  <a:pt x="295275" y="95250"/>
                </a:lnTo>
                <a:lnTo>
                  <a:pt x="295275" y="104775"/>
                </a:lnTo>
                <a:lnTo>
                  <a:pt x="314325" y="104775"/>
                </a:lnTo>
                <a:lnTo>
                  <a:pt x="314325" y="114300"/>
                </a:lnTo>
                <a:lnTo>
                  <a:pt x="333375" y="114300"/>
                </a:lnTo>
                <a:lnTo>
                  <a:pt x="333375" y="123825"/>
                </a:lnTo>
                <a:lnTo>
                  <a:pt x="352425" y="123825"/>
                </a:lnTo>
                <a:lnTo>
                  <a:pt x="352425" y="133350"/>
                </a:lnTo>
                <a:lnTo>
                  <a:pt x="361950" y="133350"/>
                </a:lnTo>
                <a:lnTo>
                  <a:pt x="361950" y="142875"/>
                </a:lnTo>
                <a:lnTo>
                  <a:pt x="381000" y="142875"/>
                </a:lnTo>
                <a:lnTo>
                  <a:pt x="381000" y="152400"/>
                </a:lnTo>
                <a:lnTo>
                  <a:pt x="400050" y="152400"/>
                </a:lnTo>
                <a:lnTo>
                  <a:pt x="400050" y="180975"/>
                </a:lnTo>
                <a:lnTo>
                  <a:pt x="381000" y="180975"/>
                </a:lnTo>
                <a:lnTo>
                  <a:pt x="381000" y="190500"/>
                </a:lnTo>
                <a:lnTo>
                  <a:pt x="361950" y="190500"/>
                </a:lnTo>
                <a:lnTo>
                  <a:pt x="361950" y="200025"/>
                </a:lnTo>
                <a:lnTo>
                  <a:pt x="352425" y="200025"/>
                </a:lnTo>
                <a:lnTo>
                  <a:pt x="352425" y="209550"/>
                </a:lnTo>
                <a:lnTo>
                  <a:pt x="333375" y="209550"/>
                </a:lnTo>
                <a:lnTo>
                  <a:pt x="333375" y="219075"/>
                </a:lnTo>
                <a:lnTo>
                  <a:pt x="314325" y="219075"/>
                </a:lnTo>
                <a:lnTo>
                  <a:pt x="314325" y="228600"/>
                </a:lnTo>
                <a:lnTo>
                  <a:pt x="295275" y="228600"/>
                </a:lnTo>
                <a:lnTo>
                  <a:pt x="295275" y="238125"/>
                </a:lnTo>
                <a:lnTo>
                  <a:pt x="285750" y="238125"/>
                </a:lnTo>
                <a:lnTo>
                  <a:pt x="285750" y="247650"/>
                </a:lnTo>
                <a:lnTo>
                  <a:pt x="266700" y="247650"/>
                </a:lnTo>
                <a:lnTo>
                  <a:pt x="266700" y="257175"/>
                </a:lnTo>
                <a:lnTo>
                  <a:pt x="247650" y="257175"/>
                </a:lnTo>
                <a:lnTo>
                  <a:pt x="247650" y="266700"/>
                </a:lnTo>
                <a:lnTo>
                  <a:pt x="209550" y="266700"/>
                </a:lnTo>
                <a:lnTo>
                  <a:pt x="209550" y="257175"/>
                </a:lnTo>
                <a:lnTo>
                  <a:pt x="190500" y="257175"/>
                </a:lnTo>
                <a:lnTo>
                  <a:pt x="190500" y="247650"/>
                </a:lnTo>
                <a:lnTo>
                  <a:pt x="171450" y="247650"/>
                </a:lnTo>
                <a:lnTo>
                  <a:pt x="171450" y="238125"/>
                </a:lnTo>
                <a:lnTo>
                  <a:pt x="152400" y="238125"/>
                </a:lnTo>
                <a:lnTo>
                  <a:pt x="152400" y="228600"/>
                </a:lnTo>
                <a:lnTo>
                  <a:pt x="142875" y="228600"/>
                </a:lnTo>
                <a:lnTo>
                  <a:pt x="142875" y="219075"/>
                </a:lnTo>
                <a:lnTo>
                  <a:pt x="123825" y="219075"/>
                </a:lnTo>
                <a:lnTo>
                  <a:pt x="123825" y="209550"/>
                </a:lnTo>
                <a:lnTo>
                  <a:pt x="114300" y="209550"/>
                </a:lnTo>
                <a:lnTo>
                  <a:pt x="114300" y="200025"/>
                </a:lnTo>
                <a:lnTo>
                  <a:pt x="95250" y="200025"/>
                </a:lnTo>
                <a:lnTo>
                  <a:pt x="95250" y="190500"/>
                </a:lnTo>
                <a:lnTo>
                  <a:pt x="76200" y="190500"/>
                </a:lnTo>
                <a:lnTo>
                  <a:pt x="76200" y="180975"/>
                </a:lnTo>
                <a:lnTo>
                  <a:pt x="66675" y="180975"/>
                </a:lnTo>
                <a:lnTo>
                  <a:pt x="66675" y="171450"/>
                </a:lnTo>
                <a:lnTo>
                  <a:pt x="57150" y="171450"/>
                </a:lnTo>
                <a:lnTo>
                  <a:pt x="57150" y="161925"/>
                </a:lnTo>
                <a:lnTo>
                  <a:pt x="66675" y="161925"/>
                </a:lnTo>
                <a:lnTo>
                  <a:pt x="66675" y="152400"/>
                </a:lnTo>
                <a:lnTo>
                  <a:pt x="76200" y="152400"/>
                </a:lnTo>
                <a:lnTo>
                  <a:pt x="76200" y="142875"/>
                </a:lnTo>
                <a:lnTo>
                  <a:pt x="95250" y="142875"/>
                </a:lnTo>
                <a:lnTo>
                  <a:pt x="95250" y="133350"/>
                </a:lnTo>
                <a:lnTo>
                  <a:pt x="104775" y="133350"/>
                </a:lnTo>
                <a:lnTo>
                  <a:pt x="104775" y="123825"/>
                </a:lnTo>
                <a:lnTo>
                  <a:pt x="123825" y="123825"/>
                </a:lnTo>
                <a:lnTo>
                  <a:pt x="123825" y="114300"/>
                </a:lnTo>
                <a:lnTo>
                  <a:pt x="142875" y="114300"/>
                </a:lnTo>
                <a:lnTo>
                  <a:pt x="142875" y="104775"/>
                </a:lnTo>
                <a:lnTo>
                  <a:pt x="161925" y="104775"/>
                </a:lnTo>
                <a:lnTo>
                  <a:pt x="161925" y="95250"/>
                </a:lnTo>
                <a:lnTo>
                  <a:pt x="171450" y="95250"/>
                </a:lnTo>
                <a:lnTo>
                  <a:pt x="171450" y="85725"/>
                </a:lnTo>
                <a:close/>
                <a:moveTo>
                  <a:pt x="323850" y="295275"/>
                </a:moveTo>
                <a:lnTo>
                  <a:pt x="323850" y="304800"/>
                </a:lnTo>
                <a:lnTo>
                  <a:pt x="314325" y="304800"/>
                </a:lnTo>
                <a:lnTo>
                  <a:pt x="314325" y="314325"/>
                </a:lnTo>
                <a:lnTo>
                  <a:pt x="295275" y="314325"/>
                </a:lnTo>
                <a:lnTo>
                  <a:pt x="295275" y="323850"/>
                </a:lnTo>
                <a:lnTo>
                  <a:pt x="276225" y="323850"/>
                </a:lnTo>
                <a:lnTo>
                  <a:pt x="276225" y="333375"/>
                </a:lnTo>
                <a:lnTo>
                  <a:pt x="257175" y="333375"/>
                </a:lnTo>
                <a:lnTo>
                  <a:pt x="257175" y="342900"/>
                </a:lnTo>
                <a:lnTo>
                  <a:pt x="238125" y="342900"/>
                </a:lnTo>
                <a:lnTo>
                  <a:pt x="238125" y="352425"/>
                </a:lnTo>
                <a:lnTo>
                  <a:pt x="219075" y="352425"/>
                </a:lnTo>
                <a:lnTo>
                  <a:pt x="219075" y="342900"/>
                </a:lnTo>
                <a:lnTo>
                  <a:pt x="200025" y="342900"/>
                </a:lnTo>
                <a:lnTo>
                  <a:pt x="200025" y="333375"/>
                </a:lnTo>
                <a:lnTo>
                  <a:pt x="180975" y="333375"/>
                </a:lnTo>
                <a:lnTo>
                  <a:pt x="180975" y="323850"/>
                </a:lnTo>
                <a:lnTo>
                  <a:pt x="161925" y="323850"/>
                </a:lnTo>
                <a:lnTo>
                  <a:pt x="161925" y="314325"/>
                </a:lnTo>
                <a:lnTo>
                  <a:pt x="142875" y="314325"/>
                </a:lnTo>
                <a:lnTo>
                  <a:pt x="142875" y="304800"/>
                </a:lnTo>
                <a:lnTo>
                  <a:pt x="133350" y="304800"/>
                </a:lnTo>
                <a:lnTo>
                  <a:pt x="133350" y="295275"/>
                </a:lnTo>
                <a:lnTo>
                  <a:pt x="114300" y="295275"/>
                </a:lnTo>
                <a:lnTo>
                  <a:pt x="114300" y="285750"/>
                </a:lnTo>
                <a:lnTo>
                  <a:pt x="95250" y="285750"/>
                </a:lnTo>
                <a:lnTo>
                  <a:pt x="95250" y="276225"/>
                </a:lnTo>
                <a:lnTo>
                  <a:pt x="76200" y="276225"/>
                </a:lnTo>
                <a:lnTo>
                  <a:pt x="76200" y="266700"/>
                </a:lnTo>
                <a:lnTo>
                  <a:pt x="66675" y="266700"/>
                </a:lnTo>
                <a:lnTo>
                  <a:pt x="66675" y="257175"/>
                </a:lnTo>
                <a:lnTo>
                  <a:pt x="57150" y="257175"/>
                </a:lnTo>
                <a:lnTo>
                  <a:pt x="57150" y="247650"/>
                </a:lnTo>
                <a:lnTo>
                  <a:pt x="66675" y="247650"/>
                </a:lnTo>
                <a:lnTo>
                  <a:pt x="66675" y="238125"/>
                </a:lnTo>
                <a:lnTo>
                  <a:pt x="76200" y="238125"/>
                </a:lnTo>
                <a:lnTo>
                  <a:pt x="76200" y="228600"/>
                </a:lnTo>
                <a:lnTo>
                  <a:pt x="95250" y="228600"/>
                </a:lnTo>
                <a:lnTo>
                  <a:pt x="95250" y="238125"/>
                </a:lnTo>
                <a:lnTo>
                  <a:pt x="104775" y="238125"/>
                </a:lnTo>
                <a:lnTo>
                  <a:pt x="104775" y="247650"/>
                </a:lnTo>
                <a:lnTo>
                  <a:pt x="123825" y="247650"/>
                </a:lnTo>
                <a:lnTo>
                  <a:pt x="123825" y="257175"/>
                </a:lnTo>
                <a:lnTo>
                  <a:pt x="142875" y="257175"/>
                </a:lnTo>
                <a:lnTo>
                  <a:pt x="142875" y="266700"/>
                </a:lnTo>
                <a:lnTo>
                  <a:pt x="152400" y="266700"/>
                </a:lnTo>
                <a:lnTo>
                  <a:pt x="152400" y="276225"/>
                </a:lnTo>
                <a:lnTo>
                  <a:pt x="171450" y="276225"/>
                </a:lnTo>
                <a:lnTo>
                  <a:pt x="171450" y="285750"/>
                </a:lnTo>
                <a:lnTo>
                  <a:pt x="190500" y="285750"/>
                </a:lnTo>
                <a:lnTo>
                  <a:pt x="190500" y="295275"/>
                </a:lnTo>
                <a:lnTo>
                  <a:pt x="209550" y="295275"/>
                </a:lnTo>
                <a:lnTo>
                  <a:pt x="209550" y="304800"/>
                </a:lnTo>
                <a:lnTo>
                  <a:pt x="219075" y="304800"/>
                </a:lnTo>
                <a:lnTo>
                  <a:pt x="219075" y="314325"/>
                </a:lnTo>
                <a:lnTo>
                  <a:pt x="238125" y="314325"/>
                </a:lnTo>
                <a:lnTo>
                  <a:pt x="238125" y="304800"/>
                </a:lnTo>
                <a:lnTo>
                  <a:pt x="247650" y="304800"/>
                </a:lnTo>
                <a:lnTo>
                  <a:pt x="247650" y="295275"/>
                </a:lnTo>
                <a:lnTo>
                  <a:pt x="266700" y="295275"/>
                </a:lnTo>
                <a:lnTo>
                  <a:pt x="266700" y="285750"/>
                </a:lnTo>
                <a:lnTo>
                  <a:pt x="285750" y="285750"/>
                </a:lnTo>
                <a:lnTo>
                  <a:pt x="285750" y="276225"/>
                </a:lnTo>
                <a:lnTo>
                  <a:pt x="295275" y="276225"/>
                </a:lnTo>
                <a:lnTo>
                  <a:pt x="295275" y="266700"/>
                </a:lnTo>
                <a:lnTo>
                  <a:pt x="314325" y="266700"/>
                </a:lnTo>
                <a:lnTo>
                  <a:pt x="314325" y="257175"/>
                </a:lnTo>
                <a:lnTo>
                  <a:pt x="333375" y="257175"/>
                </a:lnTo>
                <a:lnTo>
                  <a:pt x="333375" y="247650"/>
                </a:lnTo>
                <a:lnTo>
                  <a:pt x="352425" y="247650"/>
                </a:lnTo>
                <a:lnTo>
                  <a:pt x="352425" y="238125"/>
                </a:lnTo>
                <a:lnTo>
                  <a:pt x="390525" y="238125"/>
                </a:lnTo>
                <a:lnTo>
                  <a:pt x="390525" y="266700"/>
                </a:lnTo>
                <a:lnTo>
                  <a:pt x="381000" y="266700"/>
                </a:lnTo>
                <a:lnTo>
                  <a:pt x="381000" y="276225"/>
                </a:lnTo>
                <a:lnTo>
                  <a:pt x="361950" y="276225"/>
                </a:lnTo>
                <a:lnTo>
                  <a:pt x="361950" y="285750"/>
                </a:lnTo>
                <a:lnTo>
                  <a:pt x="342900" y="285750"/>
                </a:lnTo>
                <a:lnTo>
                  <a:pt x="342900" y="295275"/>
                </a:lnTo>
                <a:close/>
                <a:moveTo>
                  <a:pt x="0" y="0"/>
                </a:moveTo>
                <a:lnTo>
                  <a:pt x="28575" y="0"/>
                </a:lnTo>
                <a:lnTo>
                  <a:pt x="28575" y="9525"/>
                </a:lnTo>
                <a:lnTo>
                  <a:pt x="9525" y="9525"/>
                </a:lnTo>
                <a:lnTo>
                  <a:pt x="9525" y="19050"/>
                </a:lnTo>
                <a:lnTo>
                  <a:pt x="0" y="19050"/>
                </a:lnTo>
                <a:close/>
                <a:moveTo>
                  <a:pt x="390525" y="342900"/>
                </a:moveTo>
                <a:lnTo>
                  <a:pt x="390525" y="352425"/>
                </a:lnTo>
                <a:lnTo>
                  <a:pt x="381000" y="352425"/>
                </a:lnTo>
                <a:lnTo>
                  <a:pt x="381000" y="361950"/>
                </a:lnTo>
                <a:lnTo>
                  <a:pt x="371475" y="361950"/>
                </a:lnTo>
                <a:lnTo>
                  <a:pt x="371475" y="371475"/>
                </a:lnTo>
                <a:lnTo>
                  <a:pt x="352425" y="371475"/>
                </a:lnTo>
                <a:lnTo>
                  <a:pt x="352425" y="381000"/>
                </a:lnTo>
                <a:lnTo>
                  <a:pt x="333375" y="381000"/>
                </a:lnTo>
                <a:lnTo>
                  <a:pt x="333375" y="390525"/>
                </a:lnTo>
                <a:lnTo>
                  <a:pt x="314325" y="390525"/>
                </a:lnTo>
                <a:lnTo>
                  <a:pt x="314325" y="400050"/>
                </a:lnTo>
                <a:lnTo>
                  <a:pt x="304800" y="400050"/>
                </a:lnTo>
                <a:lnTo>
                  <a:pt x="304800" y="409575"/>
                </a:lnTo>
                <a:lnTo>
                  <a:pt x="285750" y="409575"/>
                </a:lnTo>
                <a:lnTo>
                  <a:pt x="285750" y="419100"/>
                </a:lnTo>
                <a:lnTo>
                  <a:pt x="266700" y="419100"/>
                </a:lnTo>
                <a:lnTo>
                  <a:pt x="266700" y="428625"/>
                </a:lnTo>
                <a:lnTo>
                  <a:pt x="247650" y="428625"/>
                </a:lnTo>
                <a:lnTo>
                  <a:pt x="247650" y="438150"/>
                </a:lnTo>
                <a:lnTo>
                  <a:pt x="238125" y="438150"/>
                </a:lnTo>
                <a:lnTo>
                  <a:pt x="238125" y="447675"/>
                </a:lnTo>
                <a:lnTo>
                  <a:pt x="219075" y="447675"/>
                </a:lnTo>
                <a:lnTo>
                  <a:pt x="219075" y="438150"/>
                </a:lnTo>
                <a:lnTo>
                  <a:pt x="209550" y="438150"/>
                </a:lnTo>
                <a:lnTo>
                  <a:pt x="209550" y="428625"/>
                </a:lnTo>
                <a:lnTo>
                  <a:pt x="190500" y="428625"/>
                </a:lnTo>
                <a:lnTo>
                  <a:pt x="190500" y="419100"/>
                </a:lnTo>
                <a:lnTo>
                  <a:pt x="171450" y="419100"/>
                </a:lnTo>
                <a:lnTo>
                  <a:pt x="171450" y="409575"/>
                </a:lnTo>
                <a:lnTo>
                  <a:pt x="161925" y="409575"/>
                </a:lnTo>
                <a:lnTo>
                  <a:pt x="161925" y="400050"/>
                </a:lnTo>
                <a:lnTo>
                  <a:pt x="142875" y="400050"/>
                </a:lnTo>
                <a:lnTo>
                  <a:pt x="142875" y="390525"/>
                </a:lnTo>
                <a:lnTo>
                  <a:pt x="123825" y="390525"/>
                </a:lnTo>
                <a:lnTo>
                  <a:pt x="123825" y="381000"/>
                </a:lnTo>
                <a:lnTo>
                  <a:pt x="114300" y="381000"/>
                </a:lnTo>
                <a:lnTo>
                  <a:pt x="114300" y="371475"/>
                </a:lnTo>
                <a:lnTo>
                  <a:pt x="95250" y="371475"/>
                </a:lnTo>
                <a:lnTo>
                  <a:pt x="95250" y="361950"/>
                </a:lnTo>
                <a:lnTo>
                  <a:pt x="76200" y="361950"/>
                </a:lnTo>
                <a:lnTo>
                  <a:pt x="76200" y="352425"/>
                </a:lnTo>
                <a:lnTo>
                  <a:pt x="57150" y="352425"/>
                </a:lnTo>
                <a:lnTo>
                  <a:pt x="57150" y="333375"/>
                </a:lnTo>
                <a:lnTo>
                  <a:pt x="66675" y="333375"/>
                </a:lnTo>
                <a:lnTo>
                  <a:pt x="66675" y="323850"/>
                </a:lnTo>
                <a:lnTo>
                  <a:pt x="76200" y="323850"/>
                </a:lnTo>
                <a:lnTo>
                  <a:pt x="76200" y="314325"/>
                </a:lnTo>
                <a:lnTo>
                  <a:pt x="95250" y="314325"/>
                </a:lnTo>
                <a:lnTo>
                  <a:pt x="95250" y="323850"/>
                </a:lnTo>
                <a:lnTo>
                  <a:pt x="114300" y="323850"/>
                </a:lnTo>
                <a:lnTo>
                  <a:pt x="114300" y="333375"/>
                </a:lnTo>
                <a:lnTo>
                  <a:pt x="123825" y="333375"/>
                </a:lnTo>
                <a:lnTo>
                  <a:pt x="123825" y="342900"/>
                </a:lnTo>
                <a:lnTo>
                  <a:pt x="142875" y="342900"/>
                </a:lnTo>
                <a:lnTo>
                  <a:pt x="142875" y="352425"/>
                </a:lnTo>
                <a:lnTo>
                  <a:pt x="161925" y="352425"/>
                </a:lnTo>
                <a:lnTo>
                  <a:pt x="161925" y="361950"/>
                </a:lnTo>
                <a:lnTo>
                  <a:pt x="180975" y="361950"/>
                </a:lnTo>
                <a:lnTo>
                  <a:pt x="180975" y="371475"/>
                </a:lnTo>
                <a:lnTo>
                  <a:pt x="190500" y="371475"/>
                </a:lnTo>
                <a:lnTo>
                  <a:pt x="190500" y="381000"/>
                </a:lnTo>
                <a:lnTo>
                  <a:pt x="209550" y="381000"/>
                </a:lnTo>
                <a:lnTo>
                  <a:pt x="209550" y="390525"/>
                </a:lnTo>
                <a:lnTo>
                  <a:pt x="228600" y="390525"/>
                </a:lnTo>
                <a:lnTo>
                  <a:pt x="228600" y="400050"/>
                </a:lnTo>
                <a:lnTo>
                  <a:pt x="238125" y="400050"/>
                </a:lnTo>
                <a:lnTo>
                  <a:pt x="238125" y="390525"/>
                </a:lnTo>
                <a:lnTo>
                  <a:pt x="247650" y="390525"/>
                </a:lnTo>
                <a:lnTo>
                  <a:pt x="247650" y="381000"/>
                </a:lnTo>
                <a:lnTo>
                  <a:pt x="266700" y="381000"/>
                </a:lnTo>
                <a:lnTo>
                  <a:pt x="266700" y="371475"/>
                </a:lnTo>
                <a:lnTo>
                  <a:pt x="285750" y="371475"/>
                </a:lnTo>
                <a:lnTo>
                  <a:pt x="285750" y="361950"/>
                </a:lnTo>
                <a:lnTo>
                  <a:pt x="295275" y="361950"/>
                </a:lnTo>
                <a:lnTo>
                  <a:pt x="295275" y="352425"/>
                </a:lnTo>
                <a:lnTo>
                  <a:pt x="314325" y="352425"/>
                </a:lnTo>
                <a:lnTo>
                  <a:pt x="314325" y="342900"/>
                </a:lnTo>
                <a:lnTo>
                  <a:pt x="333375" y="342900"/>
                </a:lnTo>
                <a:lnTo>
                  <a:pt x="333375" y="333375"/>
                </a:lnTo>
                <a:lnTo>
                  <a:pt x="342900" y="333375"/>
                </a:lnTo>
                <a:lnTo>
                  <a:pt x="342900" y="323850"/>
                </a:lnTo>
                <a:lnTo>
                  <a:pt x="361950" y="323850"/>
                </a:lnTo>
                <a:lnTo>
                  <a:pt x="361950" y="314325"/>
                </a:lnTo>
                <a:lnTo>
                  <a:pt x="381000" y="314325"/>
                </a:lnTo>
                <a:lnTo>
                  <a:pt x="381000" y="323850"/>
                </a:lnTo>
                <a:lnTo>
                  <a:pt x="390525" y="323850"/>
                </a:lnTo>
                <a:lnTo>
                  <a:pt x="390525" y="333375"/>
                </a:lnTo>
                <a:lnTo>
                  <a:pt x="400050" y="333375"/>
                </a:lnTo>
                <a:lnTo>
                  <a:pt x="400050" y="342900"/>
                </a:lnTo>
                <a:close/>
                <a:moveTo>
                  <a:pt x="457200" y="0"/>
                </a:moveTo>
                <a:lnTo>
                  <a:pt x="457200" y="19050"/>
                </a:lnTo>
                <a:lnTo>
                  <a:pt x="447675" y="19050"/>
                </a:lnTo>
                <a:lnTo>
                  <a:pt x="447675" y="9525"/>
                </a:lnTo>
                <a:lnTo>
                  <a:pt x="428625" y="9525"/>
                </a:lnTo>
                <a:lnTo>
                  <a:pt x="428625" y="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screen editable icon">
            <a:extLst>
              <a:ext uri="{FF2B5EF4-FFF2-40B4-BE49-F238E27FC236}">
                <a16:creationId xmlns:a16="http://schemas.microsoft.com/office/drawing/2014/main" id="{4768C3D1-C5D7-4556-B10A-700FA88D19B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438150" cy="438150"/>
          </a:xfrm>
          <a:custGeom>
            <a:avLst/>
            <a:gdLst/>
            <a:ahLst/>
            <a:cxnLst/>
            <a:rect l="0" t="0" r="0" b="0"/>
            <a:pathLst>
              <a:path w="438150" h="438150">
                <a:moveTo>
                  <a:pt x="180975" y="171450"/>
                </a:moveTo>
                <a:lnTo>
                  <a:pt x="190500" y="171450"/>
                </a:lnTo>
                <a:lnTo>
                  <a:pt x="190500" y="180975"/>
                </a:lnTo>
                <a:lnTo>
                  <a:pt x="200025" y="180975"/>
                </a:lnTo>
                <a:lnTo>
                  <a:pt x="200025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19075" y="180975"/>
                </a:lnTo>
                <a:lnTo>
                  <a:pt x="219075" y="171450"/>
                </a:lnTo>
                <a:lnTo>
                  <a:pt x="228600" y="171450"/>
                </a:lnTo>
                <a:lnTo>
                  <a:pt x="228600" y="161925"/>
                </a:lnTo>
                <a:lnTo>
                  <a:pt x="238125" y="161925"/>
                </a:lnTo>
                <a:lnTo>
                  <a:pt x="238125" y="152400"/>
                </a:lnTo>
                <a:lnTo>
                  <a:pt x="247650" y="152400"/>
                </a:lnTo>
                <a:lnTo>
                  <a:pt x="247650" y="142875"/>
                </a:lnTo>
                <a:lnTo>
                  <a:pt x="257175" y="142875"/>
                </a:lnTo>
                <a:lnTo>
                  <a:pt x="257175" y="114300"/>
                </a:lnTo>
                <a:lnTo>
                  <a:pt x="266700" y="114300"/>
                </a:lnTo>
                <a:lnTo>
                  <a:pt x="266700" y="104775"/>
                </a:lnTo>
                <a:lnTo>
                  <a:pt x="314325" y="104775"/>
                </a:lnTo>
                <a:lnTo>
                  <a:pt x="314325" y="142875"/>
                </a:lnTo>
                <a:lnTo>
                  <a:pt x="276225" y="142875"/>
                </a:lnTo>
                <a:lnTo>
                  <a:pt x="276225" y="161925"/>
                </a:lnTo>
                <a:lnTo>
                  <a:pt x="266700" y="161925"/>
                </a:lnTo>
                <a:lnTo>
                  <a:pt x="266700" y="180975"/>
                </a:lnTo>
                <a:lnTo>
                  <a:pt x="257175" y="180975"/>
                </a:lnTo>
                <a:lnTo>
                  <a:pt x="257175" y="190500"/>
                </a:lnTo>
                <a:lnTo>
                  <a:pt x="247650" y="190500"/>
                </a:lnTo>
                <a:lnTo>
                  <a:pt x="247650" y="200025"/>
                </a:lnTo>
                <a:lnTo>
                  <a:pt x="238125" y="200025"/>
                </a:lnTo>
                <a:lnTo>
                  <a:pt x="238125" y="209550"/>
                </a:lnTo>
                <a:lnTo>
                  <a:pt x="228600" y="209550"/>
                </a:lnTo>
                <a:lnTo>
                  <a:pt x="228600" y="228600"/>
                </a:lnTo>
                <a:lnTo>
                  <a:pt x="238125" y="228600"/>
                </a:lnTo>
                <a:lnTo>
                  <a:pt x="238125" y="219075"/>
                </a:lnTo>
                <a:lnTo>
                  <a:pt x="266700" y="219075"/>
                </a:lnTo>
                <a:lnTo>
                  <a:pt x="266700" y="190500"/>
                </a:lnTo>
                <a:lnTo>
                  <a:pt x="304800" y="190500"/>
                </a:lnTo>
                <a:lnTo>
                  <a:pt x="304800" y="247650"/>
                </a:lnTo>
                <a:lnTo>
                  <a:pt x="104775" y="247650"/>
                </a:lnTo>
                <a:lnTo>
                  <a:pt x="104775" y="238125"/>
                </a:lnTo>
                <a:lnTo>
                  <a:pt x="95250" y="238125"/>
                </a:lnTo>
                <a:lnTo>
                  <a:pt x="95250" y="209550"/>
                </a:lnTo>
                <a:lnTo>
                  <a:pt x="104775" y="209550"/>
                </a:lnTo>
                <a:lnTo>
                  <a:pt x="104775" y="200025"/>
                </a:lnTo>
                <a:lnTo>
                  <a:pt x="114300" y="200025"/>
                </a:lnTo>
                <a:lnTo>
                  <a:pt x="114300" y="190500"/>
                </a:lnTo>
                <a:lnTo>
                  <a:pt x="123825" y="190500"/>
                </a:lnTo>
                <a:lnTo>
                  <a:pt x="123825" y="180975"/>
                </a:lnTo>
                <a:lnTo>
                  <a:pt x="133350" y="180975"/>
                </a:lnTo>
                <a:lnTo>
                  <a:pt x="133350" y="171450"/>
                </a:lnTo>
                <a:lnTo>
                  <a:pt x="142875" y="171450"/>
                </a:lnTo>
                <a:lnTo>
                  <a:pt x="142875" y="161925"/>
                </a:lnTo>
                <a:lnTo>
                  <a:pt x="152400" y="161925"/>
                </a:lnTo>
                <a:lnTo>
                  <a:pt x="152400" y="152400"/>
                </a:lnTo>
                <a:lnTo>
                  <a:pt x="180975" y="152400"/>
                </a:lnTo>
                <a:close/>
                <a:moveTo>
                  <a:pt x="352425" y="285750"/>
                </a:moveTo>
                <a:lnTo>
                  <a:pt x="352425" y="57150"/>
                </a:lnTo>
                <a:lnTo>
                  <a:pt x="57150" y="57150"/>
                </a:lnTo>
                <a:lnTo>
                  <a:pt x="57150" y="285750"/>
                </a:lnTo>
                <a:close/>
                <a:moveTo>
                  <a:pt x="47625" y="342900"/>
                </a:moveTo>
                <a:lnTo>
                  <a:pt x="47625" y="333375"/>
                </a:lnTo>
                <a:lnTo>
                  <a:pt x="28575" y="333375"/>
                </a:lnTo>
                <a:lnTo>
                  <a:pt x="28575" y="38100"/>
                </a:lnTo>
                <a:lnTo>
                  <a:pt x="38100" y="38100"/>
                </a:lnTo>
                <a:lnTo>
                  <a:pt x="38100" y="28575"/>
                </a:lnTo>
                <a:lnTo>
                  <a:pt x="371475" y="28575"/>
                </a:lnTo>
                <a:lnTo>
                  <a:pt x="371475" y="38100"/>
                </a:lnTo>
                <a:lnTo>
                  <a:pt x="381000" y="38100"/>
                </a:lnTo>
                <a:lnTo>
                  <a:pt x="381000" y="333375"/>
                </a:lnTo>
                <a:lnTo>
                  <a:pt x="371475" y="333375"/>
                </a:lnTo>
                <a:lnTo>
                  <a:pt x="371475" y="342900"/>
                </a:lnTo>
                <a:lnTo>
                  <a:pt x="247650" y="342900"/>
                </a:lnTo>
                <a:lnTo>
                  <a:pt x="247650" y="381000"/>
                </a:lnTo>
                <a:lnTo>
                  <a:pt x="285750" y="381000"/>
                </a:lnTo>
                <a:lnTo>
                  <a:pt x="285750" y="409575"/>
                </a:lnTo>
                <a:lnTo>
                  <a:pt x="276225" y="409575"/>
                </a:lnTo>
                <a:lnTo>
                  <a:pt x="276225" y="419100"/>
                </a:lnTo>
                <a:lnTo>
                  <a:pt x="133350" y="419100"/>
                </a:lnTo>
                <a:lnTo>
                  <a:pt x="133350" y="381000"/>
                </a:lnTo>
                <a:lnTo>
                  <a:pt x="161925" y="381000"/>
                </a:lnTo>
                <a:lnTo>
                  <a:pt x="161925" y="371475"/>
                </a:lnTo>
                <a:lnTo>
                  <a:pt x="171450" y="371475"/>
                </a:lnTo>
                <a:lnTo>
                  <a:pt x="171450" y="342900"/>
                </a:lnTo>
                <a:close/>
                <a:moveTo>
                  <a:pt x="200025" y="352425"/>
                </a:moveTo>
                <a:lnTo>
                  <a:pt x="219075" y="352425"/>
                </a:lnTo>
                <a:lnTo>
                  <a:pt x="219075" y="323850"/>
                </a:lnTo>
                <a:lnTo>
                  <a:pt x="200025" y="323850"/>
                </a:lnTo>
                <a:close/>
                <a:moveTo>
                  <a:pt x="133350" y="228600"/>
                </a:moveTo>
                <a:lnTo>
                  <a:pt x="152400" y="228600"/>
                </a:lnTo>
                <a:lnTo>
                  <a:pt x="152400" y="219075"/>
                </a:lnTo>
                <a:lnTo>
                  <a:pt x="180975" y="219075"/>
                </a:lnTo>
                <a:lnTo>
                  <a:pt x="180975" y="200025"/>
                </a:lnTo>
                <a:lnTo>
                  <a:pt x="171450" y="200025"/>
                </a:lnTo>
                <a:lnTo>
                  <a:pt x="171450" y="190500"/>
                </a:lnTo>
                <a:lnTo>
                  <a:pt x="152400" y="190500"/>
                </a:lnTo>
                <a:lnTo>
                  <a:pt x="152400" y="200025"/>
                </a:lnTo>
                <a:lnTo>
                  <a:pt x="142875" y="200025"/>
                </a:lnTo>
                <a:lnTo>
                  <a:pt x="142875" y="209550"/>
                </a:lnTo>
                <a:lnTo>
                  <a:pt x="133350" y="20955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1" name="person editable icon">
            <a:extLst>
              <a:ext uri="{FF2B5EF4-FFF2-40B4-BE49-F238E27FC236}">
                <a16:creationId xmlns:a16="http://schemas.microsoft.com/office/drawing/2014/main" id="{72793179-5F43-459A-95D1-5AA2AB3C7C85}"/>
              </a:ext>
            </a:extLst>
          </p:cNvPr>
          <p:cNvSpPr>
            <a:spLocks noGrp="1"/>
          </p:cNvSpPr>
          <p:nvPr/>
        </p:nvSpPr>
        <p:spPr>
          <a:xfrm>
            <a:off x="12773025" y="7029450"/>
            <a:ext cx="400050" cy="447675"/>
          </a:xfrm>
          <a:custGeom>
            <a:avLst/>
            <a:gdLst/>
            <a:ahLst/>
            <a:cxnLst/>
            <a:rect l="0" t="0" r="0" b="0"/>
            <a:pathLst>
              <a:path w="400050" h="447675">
                <a:moveTo>
                  <a:pt x="76200" y="342900"/>
                </a:moveTo>
                <a:lnTo>
                  <a:pt x="66675" y="342900"/>
                </a:lnTo>
                <a:lnTo>
                  <a:pt x="66675" y="381000"/>
                </a:lnTo>
                <a:lnTo>
                  <a:pt x="314325" y="381000"/>
                </a:lnTo>
                <a:lnTo>
                  <a:pt x="314325" y="371475"/>
                </a:lnTo>
                <a:lnTo>
                  <a:pt x="323850" y="371475"/>
                </a:lnTo>
                <a:lnTo>
                  <a:pt x="323850" y="361950"/>
                </a:lnTo>
                <a:lnTo>
                  <a:pt x="314325" y="361950"/>
                </a:lnTo>
                <a:lnTo>
                  <a:pt x="314325" y="323850"/>
                </a:lnTo>
                <a:lnTo>
                  <a:pt x="304800" y="323850"/>
                </a:lnTo>
                <a:lnTo>
                  <a:pt x="304800" y="314325"/>
                </a:lnTo>
                <a:lnTo>
                  <a:pt x="295275" y="314325"/>
                </a:lnTo>
                <a:lnTo>
                  <a:pt x="295275" y="295275"/>
                </a:lnTo>
                <a:lnTo>
                  <a:pt x="276225" y="295275"/>
                </a:lnTo>
                <a:lnTo>
                  <a:pt x="276225" y="285750"/>
                </a:lnTo>
                <a:lnTo>
                  <a:pt x="266700" y="285750"/>
                </a:lnTo>
                <a:lnTo>
                  <a:pt x="266700" y="276225"/>
                </a:lnTo>
                <a:lnTo>
                  <a:pt x="238125" y="276225"/>
                </a:lnTo>
                <a:lnTo>
                  <a:pt x="238125" y="266700"/>
                </a:lnTo>
                <a:lnTo>
                  <a:pt x="142875" y="266700"/>
                </a:lnTo>
                <a:lnTo>
                  <a:pt x="142875" y="276225"/>
                </a:lnTo>
                <a:lnTo>
                  <a:pt x="123825" y="276225"/>
                </a:lnTo>
                <a:lnTo>
                  <a:pt x="123825" y="285750"/>
                </a:lnTo>
                <a:lnTo>
                  <a:pt x="104775" y="285750"/>
                </a:lnTo>
                <a:lnTo>
                  <a:pt x="104775" y="295275"/>
                </a:lnTo>
                <a:lnTo>
                  <a:pt x="95250" y="295275"/>
                </a:lnTo>
                <a:lnTo>
                  <a:pt x="95250" y="304800"/>
                </a:lnTo>
                <a:lnTo>
                  <a:pt x="85725" y="304800"/>
                </a:lnTo>
                <a:lnTo>
                  <a:pt x="85725" y="314325"/>
                </a:lnTo>
                <a:lnTo>
                  <a:pt x="76200" y="314325"/>
                </a:lnTo>
                <a:close/>
                <a:moveTo>
                  <a:pt x="257175" y="104775"/>
                </a:moveTo>
                <a:lnTo>
                  <a:pt x="247650" y="104775"/>
                </a:lnTo>
                <a:lnTo>
                  <a:pt x="247650" y="85725"/>
                </a:lnTo>
                <a:lnTo>
                  <a:pt x="238125" y="85725"/>
                </a:lnTo>
                <a:lnTo>
                  <a:pt x="238125" y="76200"/>
                </a:lnTo>
                <a:lnTo>
                  <a:pt x="228600" y="76200"/>
                </a:lnTo>
                <a:lnTo>
                  <a:pt x="228600" y="66675"/>
                </a:lnTo>
                <a:lnTo>
                  <a:pt x="171450" y="66675"/>
                </a:lnTo>
                <a:lnTo>
                  <a:pt x="171450" y="76200"/>
                </a:lnTo>
                <a:lnTo>
                  <a:pt x="152400" y="76200"/>
                </a:lnTo>
                <a:lnTo>
                  <a:pt x="152400" y="85725"/>
                </a:lnTo>
                <a:lnTo>
                  <a:pt x="142875" y="85725"/>
                </a:lnTo>
                <a:lnTo>
                  <a:pt x="142875" y="104775"/>
                </a:lnTo>
                <a:lnTo>
                  <a:pt x="133350" y="104775"/>
                </a:lnTo>
                <a:lnTo>
                  <a:pt x="133350" y="142875"/>
                </a:lnTo>
                <a:lnTo>
                  <a:pt x="142875" y="142875"/>
                </a:lnTo>
                <a:lnTo>
                  <a:pt x="142875" y="161925"/>
                </a:lnTo>
                <a:lnTo>
                  <a:pt x="152400" y="161925"/>
                </a:lnTo>
                <a:lnTo>
                  <a:pt x="152400" y="171450"/>
                </a:lnTo>
                <a:lnTo>
                  <a:pt x="161925" y="171450"/>
                </a:lnTo>
                <a:lnTo>
                  <a:pt x="161925" y="180975"/>
                </a:lnTo>
                <a:lnTo>
                  <a:pt x="190500" y="180975"/>
                </a:lnTo>
                <a:lnTo>
                  <a:pt x="190500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28600" y="180975"/>
                </a:lnTo>
                <a:lnTo>
                  <a:pt x="228600" y="171450"/>
                </a:lnTo>
                <a:lnTo>
                  <a:pt x="238125" y="171450"/>
                </a:lnTo>
                <a:lnTo>
                  <a:pt x="238125" y="161925"/>
                </a:lnTo>
                <a:lnTo>
                  <a:pt x="247650" y="161925"/>
                </a:lnTo>
                <a:lnTo>
                  <a:pt x="247650" y="152400"/>
                </a:lnTo>
                <a:lnTo>
                  <a:pt x="257175" y="152400"/>
                </a:lnTo>
                <a:close/>
                <a:moveTo>
                  <a:pt x="114300" y="142875"/>
                </a:moveTo>
                <a:lnTo>
                  <a:pt x="104775" y="142875"/>
                </a:lnTo>
                <a:lnTo>
                  <a:pt x="104775" y="114300"/>
                </a:lnTo>
                <a:lnTo>
                  <a:pt x="114300" y="114300"/>
                </a:lnTo>
                <a:lnTo>
                  <a:pt x="114300" y="85725"/>
                </a:lnTo>
                <a:lnTo>
                  <a:pt x="123825" y="85725"/>
                </a:lnTo>
                <a:lnTo>
                  <a:pt x="123825" y="66675"/>
                </a:lnTo>
                <a:lnTo>
                  <a:pt x="133350" y="66675"/>
                </a:lnTo>
                <a:lnTo>
                  <a:pt x="133350" y="57150"/>
                </a:lnTo>
                <a:lnTo>
                  <a:pt x="142875" y="57150"/>
                </a:lnTo>
                <a:lnTo>
                  <a:pt x="142875" y="47625"/>
                </a:lnTo>
                <a:lnTo>
                  <a:pt x="161925" y="47625"/>
                </a:lnTo>
                <a:lnTo>
                  <a:pt x="161925" y="38100"/>
                </a:lnTo>
                <a:lnTo>
                  <a:pt x="228600" y="38100"/>
                </a:lnTo>
                <a:lnTo>
                  <a:pt x="228600" y="47625"/>
                </a:lnTo>
                <a:lnTo>
                  <a:pt x="247650" y="47625"/>
                </a:lnTo>
                <a:lnTo>
                  <a:pt x="247650" y="57150"/>
                </a:lnTo>
                <a:lnTo>
                  <a:pt x="257175" y="57150"/>
                </a:lnTo>
                <a:lnTo>
                  <a:pt x="257175" y="66675"/>
                </a:lnTo>
                <a:lnTo>
                  <a:pt x="266700" y="66675"/>
                </a:lnTo>
                <a:lnTo>
                  <a:pt x="266700" y="76200"/>
                </a:lnTo>
                <a:lnTo>
                  <a:pt x="276225" y="76200"/>
                </a:lnTo>
                <a:lnTo>
                  <a:pt x="276225" y="95250"/>
                </a:lnTo>
                <a:lnTo>
                  <a:pt x="285750" y="95250"/>
                </a:lnTo>
                <a:lnTo>
                  <a:pt x="285750" y="152400"/>
                </a:lnTo>
                <a:lnTo>
                  <a:pt x="276225" y="152400"/>
                </a:lnTo>
                <a:lnTo>
                  <a:pt x="276225" y="171450"/>
                </a:lnTo>
                <a:lnTo>
                  <a:pt x="266700" y="171450"/>
                </a:lnTo>
                <a:lnTo>
                  <a:pt x="266700" y="190500"/>
                </a:lnTo>
                <a:lnTo>
                  <a:pt x="257175" y="190500"/>
                </a:lnTo>
                <a:lnTo>
                  <a:pt x="257175" y="200025"/>
                </a:lnTo>
                <a:lnTo>
                  <a:pt x="238125" y="200025"/>
                </a:lnTo>
                <a:lnTo>
                  <a:pt x="238125" y="209550"/>
                </a:lnTo>
                <a:lnTo>
                  <a:pt x="219075" y="209550"/>
                </a:lnTo>
                <a:lnTo>
                  <a:pt x="219075" y="219075"/>
                </a:lnTo>
                <a:lnTo>
                  <a:pt x="180975" y="219075"/>
                </a:lnTo>
                <a:lnTo>
                  <a:pt x="180975" y="209550"/>
                </a:lnTo>
                <a:lnTo>
                  <a:pt x="152400" y="209550"/>
                </a:lnTo>
                <a:lnTo>
                  <a:pt x="152400" y="200025"/>
                </a:lnTo>
                <a:lnTo>
                  <a:pt x="142875" y="200025"/>
                </a:lnTo>
                <a:lnTo>
                  <a:pt x="142875" y="190500"/>
                </a:lnTo>
                <a:lnTo>
                  <a:pt x="133350" y="190500"/>
                </a:lnTo>
                <a:lnTo>
                  <a:pt x="133350" y="180975"/>
                </a:lnTo>
                <a:lnTo>
                  <a:pt x="123825" y="180975"/>
                </a:lnTo>
                <a:lnTo>
                  <a:pt x="123825" y="171450"/>
                </a:lnTo>
                <a:lnTo>
                  <a:pt x="114300" y="171450"/>
                </a:lnTo>
                <a:close/>
                <a:moveTo>
                  <a:pt x="95250" y="257175"/>
                </a:moveTo>
                <a:lnTo>
                  <a:pt x="114300" y="257175"/>
                </a:lnTo>
                <a:lnTo>
                  <a:pt x="114300" y="247650"/>
                </a:lnTo>
                <a:lnTo>
                  <a:pt x="142875" y="247650"/>
                </a:lnTo>
                <a:lnTo>
                  <a:pt x="142875" y="238125"/>
                </a:lnTo>
                <a:lnTo>
                  <a:pt x="247650" y="238125"/>
                </a:lnTo>
                <a:lnTo>
                  <a:pt x="247650" y="247650"/>
                </a:lnTo>
                <a:lnTo>
                  <a:pt x="266700" y="247650"/>
                </a:lnTo>
                <a:lnTo>
                  <a:pt x="266700" y="257175"/>
                </a:lnTo>
                <a:lnTo>
                  <a:pt x="285750" y="257175"/>
                </a:lnTo>
                <a:lnTo>
                  <a:pt x="285750" y="266700"/>
                </a:lnTo>
                <a:lnTo>
                  <a:pt x="295275" y="266700"/>
                </a:lnTo>
                <a:lnTo>
                  <a:pt x="295275" y="276225"/>
                </a:lnTo>
                <a:lnTo>
                  <a:pt x="314325" y="276225"/>
                </a:lnTo>
                <a:lnTo>
                  <a:pt x="314325" y="295275"/>
                </a:lnTo>
                <a:lnTo>
                  <a:pt x="323850" y="295275"/>
                </a:lnTo>
                <a:lnTo>
                  <a:pt x="323850" y="304800"/>
                </a:lnTo>
                <a:lnTo>
                  <a:pt x="333375" y="304800"/>
                </a:lnTo>
                <a:lnTo>
                  <a:pt x="333375" y="323850"/>
                </a:lnTo>
                <a:lnTo>
                  <a:pt x="342900" y="323850"/>
                </a:lnTo>
                <a:lnTo>
                  <a:pt x="342900" y="409575"/>
                </a:lnTo>
                <a:lnTo>
                  <a:pt x="38100" y="409575"/>
                </a:lnTo>
                <a:lnTo>
                  <a:pt x="38100" y="333375"/>
                </a:lnTo>
                <a:lnTo>
                  <a:pt x="47625" y="333375"/>
                </a:lnTo>
                <a:lnTo>
                  <a:pt x="47625" y="314325"/>
                </a:lnTo>
                <a:lnTo>
                  <a:pt x="57150" y="314325"/>
                </a:lnTo>
                <a:lnTo>
                  <a:pt x="57150" y="295275"/>
                </a:lnTo>
                <a:lnTo>
                  <a:pt x="66675" y="295275"/>
                </a:lnTo>
                <a:lnTo>
                  <a:pt x="66675" y="285750"/>
                </a:lnTo>
                <a:lnTo>
                  <a:pt x="76200" y="285750"/>
                </a:lnTo>
                <a:lnTo>
                  <a:pt x="76200" y="276225"/>
                </a:lnTo>
                <a:lnTo>
                  <a:pt x="85725" y="276225"/>
                </a:lnTo>
                <a:lnTo>
                  <a:pt x="85725" y="266700"/>
                </a:lnTo>
                <a:lnTo>
                  <a:pt x="95250" y="26670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7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51</Words>
  <Application>Microsoft Office PowerPoint</Application>
  <DocSecurity>0</DocSecurity>
  <PresentationFormat>사용자 지정</PresentationFormat>
  <Paragraphs>13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Noto Sans KR</vt:lpstr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np2nz</cp:lastModifiedBy>
  <cp:revision>2</cp:revision>
  <dcterms:created xsi:type="dcterms:W3CDTF">2026-09-02T01:26:49Z</dcterms:created>
  <dcterms:modified xsi:type="dcterms:W3CDTF">2026-09-02T01:52:39Z</dcterms:modified>
</cp:coreProperties>
</file>