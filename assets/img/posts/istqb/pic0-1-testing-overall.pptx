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0F54DA-EC7D-6A8D-9EDD-859BE4C17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037A73-A1AE-A4A9-8F7A-FA9473EE2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7327C2-69C7-F2CB-E9F9-49176C71A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602C-B851-4A5B-92BA-9BD8720F135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47607D-8E42-6FB2-B61E-2C09B5012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6D68AF-F493-74B8-2A43-3E2426415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C6D7A-2F21-4C80-9FC9-172615ED3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540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CE5F8E-8DBC-D66A-9A88-46C4A122D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EA65E0-D293-BA37-C43F-5021EE831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468AE6-7B49-4126-1BAF-B45920C0B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602C-B851-4A5B-92BA-9BD8720F135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F7B69D-8C36-2DDE-2447-963A04CBD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D97885-2E4F-DBE7-447D-9D60C452E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C6D7A-2F21-4C80-9FC9-172615ED3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427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CD8C7F-3F29-0248-1196-1A7488C5B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D7E105-9B2D-D689-E3AC-87784FE37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7BF9B5-5E29-F048-875F-F063EA18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602C-B851-4A5B-92BA-9BD8720F135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8903D7-DB6D-2BEE-CE78-18727C59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E571A0-694C-A95B-C560-FA8E54382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C6D7A-2F21-4C80-9FC9-172615ED3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194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C736A0-41C0-65F9-1E79-3545A4F0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B5D3F0-A5C8-A988-A3B5-69E2B162A2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1A8EAC-5A9B-5FD4-9317-D54E9B2E2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13A602-7088-4F48-7782-7B03CE9E1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602C-B851-4A5B-92BA-9BD8720F135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C03B2D-DDA6-E4FA-F488-7D8A2AEC2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6B90C1-84ED-82B7-78BA-29EF23412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C6D7A-2F21-4C80-9FC9-172615ED3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830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03BB59-3871-756E-B41B-8730A96E9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0136E2-2CFA-E6C1-1F1D-18AFFCDA8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92AFC1-3F18-DE5C-FB60-546AA0B8A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0E8B88-574D-7BEA-5A55-C8FF029C84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5487ED-CB03-6774-604D-2C4BB62FE1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0402415-1B46-3E13-0B19-E6928763E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602C-B851-4A5B-92BA-9BD8720F135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B47B28-88BA-5E5D-33DE-3BDF7C8FB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285DF9E-F1E1-613A-42EE-F2B4937C7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C6D7A-2F21-4C80-9FC9-172615ED3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2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46B93F-0988-8C01-4A1A-07C6FA14F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6E2935-3D39-DA90-571C-B299DF07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602C-B851-4A5B-92BA-9BD8720F135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12A1C3B-53A0-8DB8-CF55-05400D5C3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0D5F63-4C6B-AC2C-DB7A-9ABB4A044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C6D7A-2F21-4C80-9FC9-172615ED3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189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AEB4A85-558F-DBBE-4676-DC9E200D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602C-B851-4A5B-92BA-9BD8720F135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67213DB-4551-DA2C-A66E-754546C29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D1C261-4039-B16E-9EF6-9BEB1DBF8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C6D7A-2F21-4C80-9FC9-172615ED3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70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1A772-D5E0-1FCC-470B-A9C4B1381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4B1C0D-ADFF-7A4A-8A44-BDD06D5DA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CD70EE-E5F2-C573-ADA6-79DF6B9CB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8C5DFE-9455-8A57-73E6-7E0D87991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602C-B851-4A5B-92BA-9BD8720F135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B6DB6E-76B8-8ED1-AD6A-6E6AC4E1E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EDC76C-5B1D-C6D1-B362-CF14203CE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C6D7A-2F21-4C80-9FC9-172615ED3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194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81F014-A3AF-3739-F7FB-CC5EC72B7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A78B155-95B6-4916-B323-62028C679E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248891-4C21-226F-3485-52F7B52DE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B38E22-0375-2709-5119-0F7E1CD5D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602C-B851-4A5B-92BA-9BD8720F135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4016D3-4BC5-2FFF-824D-E6F4EBCB2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D001C6-88C2-9B91-2B40-26ED187A0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C6D7A-2F21-4C80-9FC9-172615ED3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554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0170B9-EC14-35B7-A7D7-511248575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8F37BE-7DC5-EFD1-0F25-DD9D34BA9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1191EB-3ADE-297C-63D4-F012BCA7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602C-B851-4A5B-92BA-9BD8720F135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C5559A-7B41-5131-EB5D-7C71FCD6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F73401-003A-BE7F-3848-746289417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C6D7A-2F21-4C80-9FC9-172615ED3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212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0D0F6F-AFEE-AA9C-53D4-10B72E62FB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DA278F-D231-DD27-AB2E-920937A9A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1F24C1-FFD1-FBB2-9DFE-766206299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602C-B851-4A5B-92BA-9BD8720F135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349D5F-EE86-0848-EA0D-FD613AC99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7CB127-7116-4CD9-9285-1F1CAF82D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C6D7A-2F21-4C80-9FC9-172615ED3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083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637CA42-8686-BE08-0498-65B08B6BD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6D7FFB-39C9-A721-9BEE-62DA4AF2B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6986C7-2907-E134-DAC0-6E23BC439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9D602C-B851-4A5B-92BA-9BD8720F1354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F17D32-9BB7-0486-C826-B2346597D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86A219-B58B-AF98-EDE2-6718401D24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C6D7A-2F21-4C80-9FC9-172615ED3D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029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>
            <a:extLst>
              <a:ext uri="{FF2B5EF4-FFF2-40B4-BE49-F238E27FC236}">
                <a16:creationId xmlns:a16="http://schemas.microsoft.com/office/drawing/2014/main" id="{E4BF2B78-249E-63E7-B32E-BAD039B48E55}"/>
              </a:ext>
            </a:extLst>
          </p:cNvPr>
          <p:cNvGrpSpPr/>
          <p:nvPr/>
        </p:nvGrpSpPr>
        <p:grpSpPr>
          <a:xfrm>
            <a:off x="2239818" y="625644"/>
            <a:ext cx="7712363" cy="5373375"/>
            <a:chOff x="2239818" y="126880"/>
            <a:chExt cx="7712363" cy="537337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499FA21-9686-ACD7-1135-EA3AA7645FEA}"/>
                </a:ext>
              </a:extLst>
            </p:cNvPr>
            <p:cNvSpPr txBox="1"/>
            <p:nvPr/>
          </p:nvSpPr>
          <p:spPr>
            <a:xfrm>
              <a:off x="2239818" y="126880"/>
              <a:ext cx="77123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/>
                <a:t>1</a:t>
              </a:r>
              <a:r>
                <a:rPr lang="ko-KR" altLang="en-US" sz="1600"/>
                <a:t>장</a:t>
              </a:r>
              <a:r>
                <a:rPr lang="en-US" altLang="ko-KR" sz="1600"/>
                <a:t>. </a:t>
              </a:r>
              <a:r>
                <a:rPr lang="ko-KR" altLang="en-US" sz="1600"/>
                <a:t>테스트 프로세스 </a:t>
              </a:r>
              <a:r>
                <a:rPr lang="en-US" altLang="ko-KR" sz="1600"/>
                <a:t>: </a:t>
              </a:r>
              <a:r>
                <a:rPr lang="ko-KR" altLang="en-US" sz="1600"/>
                <a:t>계획</a:t>
              </a:r>
              <a:r>
                <a:rPr lang="en-US" altLang="ko-KR" sz="1600"/>
                <a:t>&amp;</a:t>
              </a:r>
              <a:r>
                <a:rPr lang="ko-KR" altLang="en-US" sz="1600"/>
                <a:t>제어 </a:t>
              </a:r>
              <a:r>
                <a:rPr lang="en-US" altLang="ko-KR" sz="1600"/>
                <a:t>– </a:t>
              </a:r>
              <a:r>
                <a:rPr lang="ko-KR" altLang="en-US" sz="1600"/>
                <a:t>분석</a:t>
              </a:r>
              <a:r>
                <a:rPr lang="en-US" altLang="ko-KR" sz="1600"/>
                <a:t>&amp;</a:t>
              </a:r>
              <a:r>
                <a:rPr lang="ko-KR" altLang="en-US" sz="1600"/>
                <a:t>설계 </a:t>
              </a:r>
              <a:r>
                <a:rPr lang="en-US" altLang="ko-KR" sz="1600"/>
                <a:t>– </a:t>
              </a:r>
              <a:r>
                <a:rPr lang="ko-KR" altLang="en-US" sz="1600"/>
                <a:t>구현</a:t>
              </a:r>
              <a:r>
                <a:rPr lang="en-US" altLang="ko-KR" sz="1600"/>
                <a:t>&amp;</a:t>
              </a:r>
              <a:r>
                <a:rPr lang="ko-KR" altLang="en-US" sz="1600"/>
                <a:t>실행 </a:t>
              </a:r>
              <a:r>
                <a:rPr lang="en-US" altLang="ko-KR" sz="1600"/>
                <a:t>– </a:t>
              </a:r>
              <a:r>
                <a:rPr lang="ko-KR" altLang="en-US" sz="1600"/>
                <a:t>종료</a:t>
              </a:r>
              <a:r>
                <a:rPr lang="en-US" altLang="ko-KR" sz="1600"/>
                <a:t>&amp;</a:t>
              </a:r>
              <a:r>
                <a:rPr lang="ko-KR" altLang="en-US" sz="1600"/>
                <a:t>레포팅</a:t>
              </a: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50B1D3A9-5E71-5F5F-901C-66936C20C65A}"/>
                </a:ext>
              </a:extLst>
            </p:cNvPr>
            <p:cNvGrpSpPr/>
            <p:nvPr/>
          </p:nvGrpSpPr>
          <p:grpSpPr>
            <a:xfrm>
              <a:off x="3491345" y="1357745"/>
              <a:ext cx="5227782" cy="4142510"/>
              <a:chOff x="3491345" y="1357745"/>
              <a:chExt cx="5227782" cy="4142510"/>
            </a:xfrm>
          </p:grpSpPr>
          <p:cxnSp>
            <p:nvCxnSpPr>
              <p:cNvPr id="6" name="직선 화살표 연결선 5">
                <a:extLst>
                  <a:ext uri="{FF2B5EF4-FFF2-40B4-BE49-F238E27FC236}">
                    <a16:creationId xmlns:a16="http://schemas.microsoft.com/office/drawing/2014/main" id="{F4A887CE-CA7B-147F-89BF-F451C47FCA40}"/>
                  </a:ext>
                </a:extLst>
              </p:cNvPr>
              <p:cNvCxnSpPr/>
              <p:nvPr/>
            </p:nvCxnSpPr>
            <p:spPr>
              <a:xfrm flipV="1">
                <a:off x="5791200" y="1357745"/>
                <a:ext cx="0" cy="253076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화살표 연결선 6">
                <a:extLst>
                  <a:ext uri="{FF2B5EF4-FFF2-40B4-BE49-F238E27FC236}">
                    <a16:creationId xmlns:a16="http://schemas.microsoft.com/office/drawing/2014/main" id="{AC8356C8-479A-EF68-8744-A1EC487C96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91345" y="3888509"/>
                <a:ext cx="2299855" cy="110836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직선 화살표 연결선 9">
                <a:extLst>
                  <a:ext uri="{FF2B5EF4-FFF2-40B4-BE49-F238E27FC236}">
                    <a16:creationId xmlns:a16="http://schemas.microsoft.com/office/drawing/2014/main" id="{BF7E7DA8-1557-C3CE-29C3-BBB1DFB45D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91200" y="3888509"/>
                <a:ext cx="2807855" cy="161174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7C6E80-577A-586B-1371-72B5AFD4B586}"/>
                  </a:ext>
                </a:extLst>
              </p:cNvPr>
              <p:cNvSpPr txBox="1"/>
              <p:nvPr/>
            </p:nvSpPr>
            <p:spPr>
              <a:xfrm rot="20042385">
                <a:off x="3761931" y="4510065"/>
                <a:ext cx="172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/>
                  <a:t>2</a:t>
                </a:r>
                <a:r>
                  <a:rPr lang="ko-KR" altLang="en-US" sz="1600"/>
                  <a:t>장</a:t>
                </a:r>
                <a:r>
                  <a:rPr lang="en-US" altLang="ko-KR" sz="1600"/>
                  <a:t>. </a:t>
                </a:r>
                <a:r>
                  <a:rPr lang="ko-KR" altLang="en-US" sz="1600"/>
                  <a:t>테스트 유형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CE94031-ADCD-A5FF-10F3-138BA8FE941C}"/>
                  </a:ext>
                </a:extLst>
              </p:cNvPr>
              <p:cNvSpPr txBox="1"/>
              <p:nvPr/>
            </p:nvSpPr>
            <p:spPr>
              <a:xfrm rot="1801577">
                <a:off x="5966983" y="4560722"/>
                <a:ext cx="17272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/>
                  <a:t>2</a:t>
                </a:r>
                <a:r>
                  <a:rPr lang="ko-KR" altLang="en-US" sz="1600"/>
                  <a:t>장</a:t>
                </a:r>
                <a:r>
                  <a:rPr lang="en-US" altLang="ko-KR" sz="1600"/>
                  <a:t>. </a:t>
                </a:r>
                <a:r>
                  <a:rPr lang="ko-KR" altLang="en-US" sz="1600"/>
                  <a:t>테스트 레벨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3D208D-480F-0533-60E8-7E13F13F9675}"/>
                  </a:ext>
                </a:extLst>
              </p:cNvPr>
              <p:cNvSpPr txBox="1"/>
              <p:nvPr/>
            </p:nvSpPr>
            <p:spPr>
              <a:xfrm rot="3668172">
                <a:off x="4643424" y="3677084"/>
                <a:ext cx="62975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/>
                  <a:t>기능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19BE787-5041-24B9-925A-46EB9625C1BA}"/>
                  </a:ext>
                </a:extLst>
              </p:cNvPr>
              <p:cNvSpPr txBox="1"/>
              <p:nvPr/>
            </p:nvSpPr>
            <p:spPr>
              <a:xfrm rot="3606201">
                <a:off x="3716684" y="4012715"/>
                <a:ext cx="8883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/>
                  <a:t>비기능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A1FDAA9-28A9-A946-D690-8663EBDAFDC8}"/>
                  </a:ext>
                </a:extLst>
              </p:cNvPr>
              <p:cNvSpPr txBox="1"/>
              <p:nvPr/>
            </p:nvSpPr>
            <p:spPr>
              <a:xfrm rot="18037873">
                <a:off x="6226159" y="3732317"/>
                <a:ext cx="6136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/>
                  <a:t>단위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7D97636-0366-E379-6032-5A6DBB2ABBC8}"/>
                  </a:ext>
                </a:extLst>
              </p:cNvPr>
              <p:cNvSpPr txBox="1"/>
              <p:nvPr/>
            </p:nvSpPr>
            <p:spPr>
              <a:xfrm rot="18037873">
                <a:off x="6642427" y="4012715"/>
                <a:ext cx="6136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/>
                  <a:t>통합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B222891-4DB4-EC76-953D-DCDAA7F0273B}"/>
                  </a:ext>
                </a:extLst>
              </p:cNvPr>
              <p:cNvSpPr txBox="1"/>
              <p:nvPr/>
            </p:nvSpPr>
            <p:spPr>
              <a:xfrm rot="18037873">
                <a:off x="6987781" y="4134255"/>
                <a:ext cx="9855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/>
                  <a:t>시스템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AFC28DD-66FE-AD7B-316A-2F8C6C8D1843}"/>
                  </a:ext>
                </a:extLst>
              </p:cNvPr>
              <p:cNvSpPr txBox="1"/>
              <p:nvPr/>
            </p:nvSpPr>
            <p:spPr>
              <a:xfrm rot="18037873">
                <a:off x="7563549" y="4581000"/>
                <a:ext cx="62334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/>
                  <a:t>인수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275FAC2-3FA7-EC92-E1B9-A0883E89EB67}"/>
                  </a:ext>
                </a:extLst>
              </p:cNvPr>
              <p:cNvSpPr txBox="1"/>
              <p:nvPr/>
            </p:nvSpPr>
            <p:spPr>
              <a:xfrm>
                <a:off x="5801699" y="1956813"/>
                <a:ext cx="142723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/>
                  <a:t>정적 테스팅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F8E1E9-F361-2B73-4F3D-3ACE733D3ED0}"/>
                  </a:ext>
                </a:extLst>
              </p:cNvPr>
              <p:cNvSpPr txBox="1"/>
              <p:nvPr/>
            </p:nvSpPr>
            <p:spPr>
              <a:xfrm>
                <a:off x="7083835" y="1969066"/>
                <a:ext cx="142723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/>
                  <a:t>3</a:t>
                </a:r>
                <a:r>
                  <a:rPr lang="ko-KR" altLang="en-US" sz="1600"/>
                  <a:t>장</a:t>
                </a:r>
                <a:r>
                  <a:rPr lang="en-US" altLang="ko-KR" sz="1600"/>
                  <a:t>. </a:t>
                </a:r>
                <a:r>
                  <a:rPr lang="ko-KR" altLang="en-US" sz="1600"/>
                  <a:t>리뷰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48E79B2-D8EE-72F1-1832-A865E52099F2}"/>
                  </a:ext>
                </a:extLst>
              </p:cNvPr>
              <p:cNvSpPr txBox="1"/>
              <p:nvPr/>
            </p:nvSpPr>
            <p:spPr>
              <a:xfrm>
                <a:off x="5801699" y="2661018"/>
                <a:ext cx="142723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/>
                  <a:t>동적 테스팅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22580B3-C169-73D4-A7BF-3B5FB9D920A2}"/>
                  </a:ext>
                </a:extLst>
              </p:cNvPr>
              <p:cNvSpPr txBox="1"/>
              <p:nvPr/>
            </p:nvSpPr>
            <p:spPr>
              <a:xfrm>
                <a:off x="7104268" y="2661018"/>
                <a:ext cx="161485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/>
                  <a:t>4</a:t>
                </a:r>
                <a:r>
                  <a:rPr lang="ko-KR" altLang="en-US" sz="1600"/>
                  <a:t>장</a:t>
                </a:r>
                <a:r>
                  <a:rPr lang="en-US" altLang="ko-KR" sz="1600"/>
                  <a:t>. </a:t>
                </a:r>
                <a:r>
                  <a:rPr lang="ko-KR" altLang="en-US" sz="1600"/>
                  <a:t>분석</a:t>
                </a:r>
                <a:r>
                  <a:rPr lang="en-US" altLang="ko-KR" sz="1600"/>
                  <a:t>&amp;</a:t>
                </a:r>
                <a:r>
                  <a:rPr lang="ko-KR" altLang="en-US" sz="1600"/>
                  <a:t>설계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081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와이드스크린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np2nz</dc:creator>
  <cp:lastModifiedBy>np2nz</cp:lastModifiedBy>
  <cp:revision>1</cp:revision>
  <dcterms:created xsi:type="dcterms:W3CDTF">2026-09-02T00:54:02Z</dcterms:created>
  <dcterms:modified xsi:type="dcterms:W3CDTF">2026-09-02T00:54:58Z</dcterms:modified>
</cp:coreProperties>
</file>