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50094" y="439600"/>
            <a:ext cx="2653868" cy="317010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l"/>
            <a:r>
              <a:rPr sz="1700" b="1">
                <a:solidFill>
                  <a:srgbClr val="141414"/>
                </a:solidFill>
                <a:latin typeface="Malgun Gothic"/>
              </a:rPr>
              <a:t>▶ 리뷰</a:t>
            </a:r>
            <a:r>
              <a:rPr lang="en-US" sz="1700" b="1">
                <a:solidFill>
                  <a:srgbClr val="141414"/>
                </a:solidFill>
                <a:latin typeface="Malgun Gothic"/>
              </a:rPr>
              <a:t>&amp;</a:t>
            </a:r>
            <a:r>
              <a:rPr sz="1700" b="1">
                <a:solidFill>
                  <a:srgbClr val="141414"/>
                </a:solidFill>
                <a:latin typeface="Malgun Gothic"/>
              </a:rPr>
              <a:t>리스크 분석 연계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2788920" y="1097280"/>
            <a:ext cx="0" cy="4617720"/>
          </a:xfrm>
          <a:prstGeom prst="line">
            <a:avLst/>
          </a:prstGeom>
          <a:ln w="2794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88920" y="5715000"/>
            <a:ext cx="8686800" cy="0"/>
          </a:xfrm>
          <a:prstGeom prst="line">
            <a:avLst/>
          </a:prstGeom>
          <a:ln w="2794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98648" y="3383280"/>
            <a:ext cx="8257032" cy="0"/>
          </a:xfrm>
          <a:prstGeom prst="line">
            <a:avLst/>
          </a:prstGeom>
          <a:ln w="19050">
            <a:solidFill>
              <a:srgbClr val="37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086600" y="1143000"/>
            <a:ext cx="0" cy="4526280"/>
          </a:xfrm>
          <a:prstGeom prst="line">
            <a:avLst/>
          </a:prstGeom>
          <a:ln w="19050">
            <a:solidFill>
              <a:srgbClr val="37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071682" y="2423160"/>
            <a:ext cx="268566" cy="47548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1500" b="0">
                <a:solidFill>
                  <a:schemeClr val="tx1"/>
                </a:solidFill>
                <a:latin typeface="Malgun Gothic"/>
              </a:rPr>
              <a:t>기술적</a:t>
            </a:r>
            <a:endParaRPr lang="en-US" sz="1500" b="0">
              <a:solidFill>
                <a:schemeClr val="tx1"/>
              </a:solidFill>
              <a:latin typeface="Malgun Gothic"/>
            </a:endParaRPr>
          </a:p>
          <a:p>
            <a:pPr algn="ctr"/>
            <a:r>
              <a:rPr sz="1500" b="0">
                <a:solidFill>
                  <a:schemeClr val="tx1"/>
                </a:solidFill>
                <a:latin typeface="Malgun Gothic"/>
              </a:rPr>
              <a:t> 리스크</a:t>
            </a:r>
            <a:r>
              <a:rPr lang="ko-KR" altLang="en-US" sz="1500" b="0">
                <a:solidFill>
                  <a:schemeClr val="tx1"/>
                </a:solidFill>
                <a:latin typeface="Malgun Gothic"/>
              </a:rPr>
              <a:t>에</a:t>
            </a:r>
            <a:endParaRPr lang="en-US" altLang="ko-KR" sz="1500" b="0">
              <a:solidFill>
                <a:schemeClr val="tx1"/>
              </a:solidFill>
              <a:latin typeface="Malgun Gothic"/>
            </a:endParaRPr>
          </a:p>
          <a:p>
            <a:pPr algn="ctr"/>
            <a:r>
              <a:rPr lang="ko-KR" altLang="en-US" sz="1500" b="0">
                <a:solidFill>
                  <a:schemeClr val="tx1"/>
                </a:solidFill>
                <a:latin typeface="Malgun Gothic"/>
              </a:rPr>
              <a:t> 집중</a:t>
            </a:r>
            <a:endParaRPr sz="1500" b="0">
              <a:solidFill>
                <a:schemeClr val="tx1"/>
              </a:solidFill>
              <a:latin typeface="Malgun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76957" y="6034649"/>
            <a:ext cx="2824905" cy="5669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1400" b="0">
                <a:solidFill>
                  <a:schemeClr val="tx1"/>
                </a:solidFill>
                <a:latin typeface="Malgun Gothic"/>
              </a:rPr>
              <a:t>사업적</a:t>
            </a:r>
            <a:r>
              <a:rPr lang="en-US" sz="1400" b="0">
                <a:solidFill>
                  <a:schemeClr val="tx1"/>
                </a:solidFill>
                <a:latin typeface="Malgun Gothic"/>
              </a:rPr>
              <a:t> </a:t>
            </a:r>
            <a:r>
              <a:rPr sz="1400" b="0">
                <a:solidFill>
                  <a:schemeClr val="tx1"/>
                </a:solidFill>
                <a:latin typeface="Malgun Gothic"/>
              </a:rPr>
              <a:t>리스크</a:t>
            </a:r>
            <a:r>
              <a:rPr lang="ko-KR" altLang="en-US" sz="1400" b="0">
                <a:solidFill>
                  <a:schemeClr val="tx1"/>
                </a:solidFill>
                <a:latin typeface="Malgun Gothic"/>
              </a:rPr>
              <a:t>에 집중</a:t>
            </a:r>
            <a:endParaRPr sz="1400" b="0">
              <a:solidFill>
                <a:schemeClr val="tx1"/>
              </a:solidFill>
              <a:latin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86907" y="1724063"/>
            <a:ext cx="2811435" cy="2862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500" b="0">
                <a:solidFill>
                  <a:srgbClr val="141414"/>
                </a:solidFill>
                <a:latin typeface="Malgun Gothic"/>
              </a:rPr>
              <a:t>개발(단위/통합) 테스팅에 집중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58768" y="2158672"/>
            <a:ext cx="2148840" cy="420624"/>
          </a:xfrm>
          <a:prstGeom prst="rect">
            <a:avLst/>
          </a:prstGeom>
          <a:solidFill>
            <a:srgbClr val="BEBEBE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Malgun Gothic"/>
              </a:rPr>
              <a:t>기술적 리뷰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65593" y="1728216"/>
            <a:ext cx="2286000" cy="384048"/>
          </a:xfrm>
          <a:prstGeom prst="rect">
            <a:avLst/>
          </a:prstGeom>
          <a:solidFill>
            <a:srgbClr val="BEBEBE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인스펙션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65593" y="2121408"/>
            <a:ext cx="2286000" cy="384048"/>
          </a:xfrm>
          <a:prstGeom prst="rect">
            <a:avLst/>
          </a:prstGeom>
          <a:solidFill>
            <a:srgbClr val="BEBEBE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기술적 리뷰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65593" y="2514600"/>
            <a:ext cx="2286000" cy="384048"/>
          </a:xfrm>
          <a:prstGeom prst="rect">
            <a:avLst/>
          </a:prstGeom>
          <a:solidFill>
            <a:srgbClr val="BEBEBE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워크쓰루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58768" y="4306825"/>
            <a:ext cx="2148840" cy="420624"/>
          </a:xfrm>
          <a:prstGeom prst="rect">
            <a:avLst/>
          </a:prstGeom>
          <a:solidFill>
            <a:srgbClr val="BEBEBE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비공식적 리뷰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65593" y="4352544"/>
            <a:ext cx="2286000" cy="420624"/>
          </a:xfrm>
          <a:prstGeom prst="rect">
            <a:avLst/>
          </a:prstGeom>
          <a:solidFill>
            <a:srgbClr val="BEBEBE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워크쓰루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3" y="3953257"/>
            <a:ext cx="2331720" cy="329184"/>
          </a:xfrm>
          <a:prstGeom prst="rect">
            <a:avLst/>
          </a:prstGeom>
          <a:noFill/>
        </p:spPr>
        <p:txBody>
          <a:bodyPr wrap="none" lIns="27432" tIns="27432" r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141414"/>
                </a:solidFill>
                <a:latin typeface="Malgun Gothic"/>
              </a:rPr>
              <a:t>인수테스팅에 집중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BFC8352-5F0D-C07C-9530-59882F11EC70}"/>
              </a:ext>
            </a:extLst>
          </p:cNvPr>
          <p:cNvCxnSpPr>
            <a:cxnSpLocks/>
          </p:cNvCxnSpPr>
          <p:nvPr/>
        </p:nvCxnSpPr>
        <p:spPr>
          <a:xfrm flipV="1">
            <a:off x="2550094" y="1248697"/>
            <a:ext cx="0" cy="4218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E7E6B527-BFE8-E562-6B6C-746073C5A0FE}"/>
              </a:ext>
            </a:extLst>
          </p:cNvPr>
          <p:cNvCxnSpPr>
            <a:cxnSpLocks/>
          </p:cNvCxnSpPr>
          <p:nvPr/>
        </p:nvCxnSpPr>
        <p:spPr>
          <a:xfrm>
            <a:off x="2898648" y="5938768"/>
            <a:ext cx="8577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35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Malgun Gothic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np2nz</cp:lastModifiedBy>
  <cp:revision>2</cp:revision>
  <dcterms:created xsi:type="dcterms:W3CDTF">2013-01-27T09:14:16Z</dcterms:created>
  <dcterms:modified xsi:type="dcterms:W3CDTF">2026-09-03T05:18:53Z</dcterms:modified>
  <cp:category/>
</cp:coreProperties>
</file>